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9EAB"/>
    <a:srgbClr val="927693"/>
    <a:srgbClr val="D0CDCC"/>
    <a:srgbClr val="C7C2DA"/>
    <a:srgbClr val="CC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100" d="100"/>
          <a:sy n="100" d="100"/>
        </p:scale>
        <p:origin x="4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5F0C0-45ED-4B20-91DE-13398BE3D5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081330-6340-4E2C-A681-9A3F29AE80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6D8BA-E16A-4DAE-B2D3-4BDF58AA5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88C5-A605-4BB7-A2E0-1F599AF9B211}" type="datetimeFigureOut">
              <a:rPr lang="en-PK" smtClean="0"/>
              <a:t>26/02/2025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4D29C-AF38-4AEF-ADE1-5193F2A2D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EF3E8-18DE-49CB-8DB9-D8FA801C7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BBF29-3C5A-4C13-B41C-7FE0F32BA7F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37480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AF580-79F5-4E37-9BF0-FFA90DAF5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504CD-A422-4672-A646-E9C512336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B9FBC-26FE-4A8F-8078-6A8D1D516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88C5-A605-4BB7-A2E0-1F599AF9B211}" type="datetimeFigureOut">
              <a:rPr lang="en-PK" smtClean="0"/>
              <a:t>26/02/2025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A8EA5-79EB-4EF1-AE32-64F688A3B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58715-7740-4748-ABF0-17516CDB6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BBF29-3C5A-4C13-B41C-7FE0F32BA7F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5542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952E3-B5A5-4505-9AD7-61591C41D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64432-4EFC-422E-856F-76F7A9BE0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37CB7-92A6-4845-8D23-C8140AE84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88C5-A605-4BB7-A2E0-1F599AF9B211}" type="datetimeFigureOut">
              <a:rPr lang="en-PK" smtClean="0"/>
              <a:t>26/02/2025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D939F-7C9E-4328-8C0D-CEC420D1E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1241B-A3E5-48B8-9C96-13A3385EB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BBF29-3C5A-4C13-B41C-7FE0F32BA7F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51829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9E80A-F230-44C7-AB82-541AFD12B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78177-0766-455C-826A-0B7E76971A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0B1788-B502-4007-98A5-E95A3D5700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A54DB-1BBA-477A-8876-DCD6FD98F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88C5-A605-4BB7-A2E0-1F599AF9B211}" type="datetimeFigureOut">
              <a:rPr lang="en-PK" smtClean="0"/>
              <a:t>26/02/2025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3E553F-0117-4E22-ADE7-08A14CFAC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63B999-9560-403E-8484-187E535DA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BBF29-3C5A-4C13-B41C-7FE0F32BA7F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0378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81747-57F0-4A7E-B465-4E7847C07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8FEF4-E0CD-4A4A-B884-F705558E1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174C8F-2093-4126-8AC3-3C2F295D2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B062A7-E198-4E84-9448-BE6BBE7066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90F354-5890-4727-9D6A-B801D2C35B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432D6F-385F-4C2C-8D18-BAB69278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88C5-A605-4BB7-A2E0-1F599AF9B211}" type="datetimeFigureOut">
              <a:rPr lang="en-PK" smtClean="0"/>
              <a:t>26/02/2025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C1FFE9-6D21-47C3-BF5D-291E84AB7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C1BC8D-E1C7-4899-9722-575B08B1C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BBF29-3C5A-4C13-B41C-7FE0F32BA7F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54743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0A34C-9860-4E71-8E67-FC9EDA417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01FCDF-3A0E-4039-88B1-916CBF82E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88C5-A605-4BB7-A2E0-1F599AF9B211}" type="datetimeFigureOut">
              <a:rPr lang="en-PK" smtClean="0"/>
              <a:t>26/02/2025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E1821E-CB47-45A7-A8D7-EE967CD96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91F89-FE3F-42EC-A748-6301BDEF0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BBF29-3C5A-4C13-B41C-7FE0F32BA7F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47706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D5A4F6-FF9A-4656-AE23-9BA2C9DDD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88C5-A605-4BB7-A2E0-1F599AF9B211}" type="datetimeFigureOut">
              <a:rPr lang="en-PK" smtClean="0"/>
              <a:t>26/02/2025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BCB71-F424-492D-A4D1-7B1EC572C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477A5-DCFF-4D8A-98BB-6EBC390D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BBF29-3C5A-4C13-B41C-7FE0F32BA7F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3785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28C20-358B-4301-B9BF-D115B6B96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079C9-A063-40A1-B012-94681305E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7FC2CD-6427-4FAC-AB73-F65E614DC7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B13E0-7828-4508-9BFB-864396969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88C5-A605-4BB7-A2E0-1F599AF9B211}" type="datetimeFigureOut">
              <a:rPr lang="en-PK" smtClean="0"/>
              <a:t>26/02/2025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EDC76-7E2D-4059-AF56-55176262F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F2337-DA1B-4EEF-9A28-FB35267E4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BBF29-3C5A-4C13-B41C-7FE0F32BA7F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71913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D1734-C871-4372-9B8B-1D12871AE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9BE5DA-1562-48E1-823D-115C45276F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8D748F-1A54-4AF3-AD68-70ACE8FA9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0E2679-4B8D-41B6-BDB8-20AE7A07D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88C5-A605-4BB7-A2E0-1F599AF9B211}" type="datetimeFigureOut">
              <a:rPr lang="en-PK" smtClean="0"/>
              <a:t>26/02/2025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52632-8790-4D9B-A527-0EFFC6D41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22DDF-F49B-4601-9E5F-0A75CD31D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BBF29-3C5A-4C13-B41C-7FE0F32BA7F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92825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5E5CB-FB42-4EC4-A3AD-96D3F9909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0FD5EF-0967-4F81-A7D2-3D92A360B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471BA-B500-4109-AB51-266AA7C98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88C5-A605-4BB7-A2E0-1F599AF9B211}" type="datetimeFigureOut">
              <a:rPr lang="en-PK" smtClean="0"/>
              <a:t>26/02/2025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876EF-8983-47A7-A88B-B99989315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D5720-AF4C-4287-986C-120BD0489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BBF29-3C5A-4C13-B41C-7FE0F32BA7F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76193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6B9DCC-B7BF-4E68-A91A-2D0BEBBE1E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967F3A-6187-4D57-B5C5-C4AB8D594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8692D-43F4-4CC2-94BE-4CA5EA74E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88C5-A605-4BB7-A2E0-1F599AF9B211}" type="datetimeFigureOut">
              <a:rPr lang="en-PK" smtClean="0"/>
              <a:t>26/02/2025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421EB-D264-449F-8075-99D4C0C54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57CEC-5603-439E-8617-64D5E11B0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BBF29-3C5A-4C13-B41C-7FE0F32BA7F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27123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F3EA66-9D7F-481D-BA37-16E88E578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D51F1-90D3-47E4-A618-D51ED68F2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A9EE6-4011-4CE0-A746-F5FA86C19E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0F88C5-A605-4BB7-A2E0-1F599AF9B211}" type="datetimeFigureOut">
              <a:rPr lang="en-PK" smtClean="0"/>
              <a:t>26/02/2025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97EDD-2954-419B-88A9-57AA613778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3B084-7BA5-40F1-8BE6-A8196D08DB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4BBF29-3C5A-4C13-B41C-7FE0F32BA7F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75116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3E913D-6E84-44F9-B756-B917C8CB42A1}"/>
              </a:ext>
            </a:extLst>
          </p:cNvPr>
          <p:cNvSpPr/>
          <p:nvPr/>
        </p:nvSpPr>
        <p:spPr>
          <a:xfrm>
            <a:off x="3197352" y="1868686"/>
            <a:ext cx="1542288" cy="1975104"/>
          </a:xfrm>
          <a:prstGeom prst="rect">
            <a:avLst/>
          </a:prstGeom>
          <a:solidFill>
            <a:srgbClr val="5D9EAB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  <a:p>
            <a:pPr algn="ctr"/>
            <a:endParaRPr lang="en-US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  <a:p>
            <a:pPr algn="ctr"/>
            <a:endParaRPr lang="en-US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  <a:p>
            <a:pPr algn="ctr"/>
            <a:endParaRPr lang="en-US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  <a:p>
            <a:pPr algn="ctr"/>
            <a:endParaRPr lang="en-US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  <a:p>
            <a:pPr algn="ctr"/>
            <a:endParaRPr lang="en-US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  <a:p>
            <a:pPr algn="ctr"/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Bahnschrift" panose="020B0502040204020203" pitchFamily="34" charset="0"/>
              </a:rPr>
              <a:t>             </a:t>
            </a:r>
          </a:p>
          <a:p>
            <a:pPr algn="ctr"/>
            <a:endParaRPr lang="en-US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  <a:p>
            <a:pPr algn="ctr"/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Bahnschrift" panose="020B0502040204020203" pitchFamily="34" charset="0"/>
              </a:rPr>
              <a:t>               Flash</a:t>
            </a:r>
            <a:endParaRPr lang="en-PK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0C414F-E2DF-4649-A230-3F33F17923AA}"/>
              </a:ext>
            </a:extLst>
          </p:cNvPr>
          <p:cNvSpPr/>
          <p:nvPr/>
        </p:nvSpPr>
        <p:spPr>
          <a:xfrm>
            <a:off x="3197352" y="1868686"/>
            <a:ext cx="1542288" cy="352552"/>
          </a:xfrm>
          <a:prstGeom prst="rect">
            <a:avLst/>
          </a:prstGeom>
          <a:solidFill>
            <a:srgbClr val="C7C2DA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631609-AE71-430C-8B1B-8C4F2BB0C74B}"/>
              </a:ext>
            </a:extLst>
          </p:cNvPr>
          <p:cNvSpPr/>
          <p:nvPr/>
        </p:nvSpPr>
        <p:spPr>
          <a:xfrm>
            <a:off x="3197352" y="2221238"/>
            <a:ext cx="1542288" cy="352552"/>
          </a:xfrm>
          <a:prstGeom prst="rect">
            <a:avLst/>
          </a:prstGeom>
          <a:solidFill>
            <a:srgbClr val="D0CDCC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B9D339-B8DC-4F33-85E1-EA980689707E}"/>
              </a:ext>
            </a:extLst>
          </p:cNvPr>
          <p:cNvSpPr/>
          <p:nvPr/>
        </p:nvSpPr>
        <p:spPr>
          <a:xfrm>
            <a:off x="1691640" y="1868686"/>
            <a:ext cx="1137920" cy="985520"/>
          </a:xfrm>
          <a:prstGeom prst="rect">
            <a:avLst/>
          </a:prstGeom>
          <a:solidFill>
            <a:srgbClr val="5D9EAB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Bahnschrift" panose="020B0502040204020203" pitchFamily="34" charset="0"/>
              </a:rPr>
              <a:t>Debug Unit</a:t>
            </a:r>
            <a:endParaRPr lang="en-PK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77484D-04D2-4730-9330-4EEA05329B67}"/>
              </a:ext>
            </a:extLst>
          </p:cNvPr>
          <p:cNvSpPr/>
          <p:nvPr/>
        </p:nvSpPr>
        <p:spPr>
          <a:xfrm>
            <a:off x="9331959" y="5086358"/>
            <a:ext cx="1980057" cy="1757680"/>
          </a:xfrm>
          <a:prstGeom prst="rect">
            <a:avLst/>
          </a:prstGeom>
          <a:solidFill>
            <a:srgbClr val="5D9EAB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  <a:p>
            <a:pPr algn="ctr"/>
            <a:endParaRPr lang="en-US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  <a:p>
            <a:pPr algn="ctr"/>
            <a:endParaRPr lang="en-US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  <a:p>
            <a:pPr algn="ctr"/>
            <a:endParaRPr lang="en-US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  <a:p>
            <a:pPr algn="ctr"/>
            <a:endParaRPr lang="en-US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  <a:p>
            <a:pPr algn="ctr"/>
            <a:endParaRPr lang="en-US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  <a:p>
            <a:pPr algn="ctr"/>
            <a:endParaRPr lang="en-US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  <a:p>
            <a:pPr algn="ctr"/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Bahnschrift" panose="020B0502040204020203" pitchFamily="34" charset="0"/>
              </a:rPr>
              <a:t>                   Code Block</a:t>
            </a:r>
            <a:endParaRPr lang="en-PK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E8B2D7-1EEC-436A-B9BC-AAEA52182337}"/>
              </a:ext>
            </a:extLst>
          </p:cNvPr>
          <p:cNvSpPr/>
          <p:nvPr/>
        </p:nvSpPr>
        <p:spPr>
          <a:xfrm>
            <a:off x="6204712" y="3238762"/>
            <a:ext cx="5120640" cy="1216152"/>
          </a:xfrm>
          <a:prstGeom prst="rect">
            <a:avLst/>
          </a:prstGeom>
          <a:solidFill>
            <a:srgbClr val="5D9EAB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  <a:p>
            <a:pPr algn="ctr"/>
            <a:endParaRPr lang="en-US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  <a:p>
            <a:pPr algn="ctr"/>
            <a:endParaRPr lang="en-US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  <a:p>
            <a:pPr algn="ctr"/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Bahnschrift" panose="020B0502040204020203" pitchFamily="34" charset="0"/>
              </a:rPr>
              <a:t>Key sending through UART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27B90C-AB78-48ED-9EDF-C4BCA82245BA}"/>
              </a:ext>
            </a:extLst>
          </p:cNvPr>
          <p:cNvSpPr/>
          <p:nvPr/>
        </p:nvSpPr>
        <p:spPr>
          <a:xfrm>
            <a:off x="6201505" y="3238761"/>
            <a:ext cx="853440" cy="7498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Bahnschrift" panose="020B0502040204020203" pitchFamily="34" charset="0"/>
              </a:rPr>
              <a:t>Start</a:t>
            </a:r>
            <a:endParaRPr lang="en-PK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721FBE-D61F-4C98-B198-C8A9B101C5C5}"/>
              </a:ext>
            </a:extLst>
          </p:cNvPr>
          <p:cNvSpPr/>
          <p:nvPr/>
        </p:nvSpPr>
        <p:spPr>
          <a:xfrm>
            <a:off x="7058152" y="3238762"/>
            <a:ext cx="853440" cy="749808"/>
          </a:xfrm>
          <a:prstGeom prst="rect">
            <a:avLst/>
          </a:prstGeom>
          <a:solidFill>
            <a:srgbClr val="C7C2DA"/>
          </a:solidFill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5745084-CA53-478B-A870-F9F21B0C66C3}"/>
              </a:ext>
            </a:extLst>
          </p:cNvPr>
          <p:cNvSpPr/>
          <p:nvPr/>
        </p:nvSpPr>
        <p:spPr>
          <a:xfrm>
            <a:off x="7908385" y="3244858"/>
            <a:ext cx="869982" cy="737615"/>
          </a:xfrm>
          <a:prstGeom prst="rect">
            <a:avLst/>
          </a:prstGeom>
          <a:solidFill>
            <a:srgbClr val="C7C2DA"/>
          </a:solidFill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78B443-DA50-4EDD-9234-C5833E901C25}"/>
              </a:ext>
            </a:extLst>
          </p:cNvPr>
          <p:cNvSpPr/>
          <p:nvPr/>
        </p:nvSpPr>
        <p:spPr>
          <a:xfrm>
            <a:off x="8765032" y="3238762"/>
            <a:ext cx="853440" cy="749808"/>
          </a:xfrm>
          <a:prstGeom prst="rect">
            <a:avLst/>
          </a:prstGeom>
          <a:solidFill>
            <a:srgbClr val="D0CDCC"/>
          </a:solidFill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F540335-5971-42FF-8A29-7A80B78E0174}"/>
              </a:ext>
            </a:extLst>
          </p:cNvPr>
          <p:cNvSpPr/>
          <p:nvPr/>
        </p:nvSpPr>
        <p:spPr>
          <a:xfrm>
            <a:off x="9628600" y="3238761"/>
            <a:ext cx="853440" cy="7498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Bahnschrift" panose="020B0502040204020203" pitchFamily="34" charset="0"/>
              </a:rPr>
              <a:t>Enable</a:t>
            </a:r>
            <a:endParaRPr lang="en-PK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A3159DA-F5EF-4A0F-9259-3EAEC0FE73A8}"/>
              </a:ext>
            </a:extLst>
          </p:cNvPr>
          <p:cNvSpPr/>
          <p:nvPr/>
        </p:nvSpPr>
        <p:spPr>
          <a:xfrm>
            <a:off x="10458577" y="3244858"/>
            <a:ext cx="853440" cy="7498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Bahnschrift" panose="020B0502040204020203" pitchFamily="34" charset="0"/>
              </a:rPr>
              <a:t>End</a:t>
            </a:r>
            <a:endParaRPr lang="en-PK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C2B1AB-68C9-4E09-B22D-8E1D65A2B872}"/>
              </a:ext>
            </a:extLst>
          </p:cNvPr>
          <p:cNvSpPr/>
          <p:nvPr/>
        </p:nvSpPr>
        <p:spPr>
          <a:xfrm>
            <a:off x="1524000" y="5873758"/>
            <a:ext cx="4094480" cy="584200"/>
          </a:xfrm>
          <a:prstGeom prst="rect">
            <a:avLst/>
          </a:prstGeom>
          <a:solidFill>
            <a:srgbClr val="D0CDCC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Bahnschrift" panose="020B0502040204020203" pitchFamily="34" charset="0"/>
              </a:rPr>
              <a:t>Immediate Value</a:t>
            </a:r>
            <a:endParaRPr lang="en-PK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594F4A5-F750-4B44-915B-BC979354F63C}"/>
              </a:ext>
            </a:extLst>
          </p:cNvPr>
          <p:cNvSpPr/>
          <p:nvPr/>
        </p:nvSpPr>
        <p:spPr>
          <a:xfrm>
            <a:off x="1524000" y="5873758"/>
            <a:ext cx="838200" cy="584200"/>
          </a:xfrm>
          <a:prstGeom prst="rect">
            <a:avLst/>
          </a:prstGeom>
          <a:solidFill>
            <a:srgbClr val="927693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Bahnschrift" panose="020B0502040204020203" pitchFamily="34" charset="0"/>
              </a:rPr>
              <a:t>opcode</a:t>
            </a:r>
            <a:endParaRPr lang="en-PK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329CA7-7456-4BD1-8DFE-B668C9DD7C62}"/>
              </a:ext>
            </a:extLst>
          </p:cNvPr>
          <p:cNvSpPr txBox="1"/>
          <p:nvPr/>
        </p:nvSpPr>
        <p:spPr>
          <a:xfrm>
            <a:off x="3362960" y="6474706"/>
            <a:ext cx="2255520" cy="30777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Bahnschrift" panose="020B0502040204020203" pitchFamily="34" charset="0"/>
              </a:rPr>
              <a:t>Custom Instruction KC</a:t>
            </a:r>
            <a:endParaRPr lang="en-PK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C42F15A-291E-4984-B3BF-A9F2D3CB28E8}"/>
              </a:ext>
            </a:extLst>
          </p:cNvPr>
          <p:cNvSpPr/>
          <p:nvPr/>
        </p:nvSpPr>
        <p:spPr>
          <a:xfrm>
            <a:off x="9326879" y="5096518"/>
            <a:ext cx="1985137" cy="3657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Bahnschrift" panose="020B0502040204020203" pitchFamily="34" charset="0"/>
              </a:rPr>
              <a:t>Immediate Value</a:t>
            </a:r>
            <a:endParaRPr lang="en-PK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029111F-E239-4878-AEC5-634B2E0521C2}"/>
              </a:ext>
            </a:extLst>
          </p:cNvPr>
          <p:cNvSpPr/>
          <p:nvPr/>
        </p:nvSpPr>
        <p:spPr>
          <a:xfrm>
            <a:off x="9326880" y="5462278"/>
            <a:ext cx="1985137" cy="3657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Bahnschrift" panose="020B0502040204020203" pitchFamily="34" charset="0"/>
              </a:rPr>
              <a:t>Code main</a:t>
            </a:r>
            <a:endParaRPr lang="en-PK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3169664-63B0-484D-BC9E-E7F99FEC897D}"/>
              </a:ext>
            </a:extLst>
          </p:cNvPr>
          <p:cNvSpPr/>
          <p:nvPr/>
        </p:nvSpPr>
        <p:spPr>
          <a:xfrm>
            <a:off x="9326879" y="5086358"/>
            <a:ext cx="1985137" cy="365760"/>
          </a:xfrm>
          <a:prstGeom prst="rect">
            <a:avLst/>
          </a:prstGeom>
          <a:solidFill>
            <a:srgbClr val="D0CDCC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9B9EEE9-163C-4390-B928-A19B45301C63}"/>
              </a:ext>
            </a:extLst>
          </p:cNvPr>
          <p:cNvSpPr/>
          <p:nvPr/>
        </p:nvSpPr>
        <p:spPr>
          <a:xfrm>
            <a:off x="9326878" y="5452118"/>
            <a:ext cx="1985137" cy="3657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36" name="Flowchart: Decision 35">
            <a:extLst>
              <a:ext uri="{FF2B5EF4-FFF2-40B4-BE49-F238E27FC236}">
                <a16:creationId xmlns:a16="http://schemas.microsoft.com/office/drawing/2014/main" id="{5B636A4B-96CC-4AED-9E68-FB8AC664E112}"/>
              </a:ext>
            </a:extLst>
          </p:cNvPr>
          <p:cNvSpPr/>
          <p:nvPr/>
        </p:nvSpPr>
        <p:spPr>
          <a:xfrm>
            <a:off x="5501640" y="1598811"/>
            <a:ext cx="1358900" cy="892302"/>
          </a:xfrm>
          <a:prstGeom prst="flowChartDecision">
            <a:avLst/>
          </a:prstGeom>
          <a:solidFill>
            <a:srgbClr val="5D9EAB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compare</a:t>
            </a:r>
            <a:endParaRPr lang="en-PK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12B7744-4011-4964-9F9B-B52C24AD8D77}"/>
              </a:ext>
            </a:extLst>
          </p:cNvPr>
          <p:cNvCxnSpPr>
            <a:cxnSpLocks/>
            <a:stCxn id="12" idx="3"/>
            <a:endCxn id="36" idx="1"/>
          </p:cNvCxnSpPr>
          <p:nvPr/>
        </p:nvCxnSpPr>
        <p:spPr>
          <a:xfrm>
            <a:off x="4739640" y="2044962"/>
            <a:ext cx="762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7A4E897A-04F5-4B34-88E7-734A6692D2E2}"/>
              </a:ext>
            </a:extLst>
          </p:cNvPr>
          <p:cNvCxnSpPr>
            <a:cxnSpLocks/>
            <a:stCxn id="24" idx="0"/>
            <a:endCxn id="36" idx="2"/>
          </p:cNvCxnSpPr>
          <p:nvPr/>
        </p:nvCxnSpPr>
        <p:spPr>
          <a:xfrm rot="16200000" flipV="1">
            <a:off x="6459157" y="2213047"/>
            <a:ext cx="747649" cy="1303782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6FB12EBE-31D7-44CE-A9A4-45F170AD83A0}"/>
              </a:ext>
            </a:extLst>
          </p:cNvPr>
          <p:cNvSpPr txBox="1"/>
          <p:nvPr/>
        </p:nvSpPr>
        <p:spPr>
          <a:xfrm>
            <a:off x="3626486" y="1868686"/>
            <a:ext cx="1061974" cy="30777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Bahnschrift" panose="020B0502040204020203" pitchFamily="34" charset="0"/>
              </a:rPr>
              <a:t>Key-1</a:t>
            </a:r>
            <a:endParaRPr lang="en-PK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57EC377-DA13-4E54-ADFE-88BB7A45CC01}"/>
              </a:ext>
            </a:extLst>
          </p:cNvPr>
          <p:cNvSpPr txBox="1"/>
          <p:nvPr/>
        </p:nvSpPr>
        <p:spPr>
          <a:xfrm>
            <a:off x="7124646" y="3454521"/>
            <a:ext cx="628698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Bahnschrift" panose="020B0502040204020203" pitchFamily="34" charset="0"/>
              </a:rPr>
              <a:t>Key-1</a:t>
            </a:r>
            <a:endParaRPr lang="en-PK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E5AF27D-FCA7-44B7-8394-C2A9DBB0CBBA}"/>
              </a:ext>
            </a:extLst>
          </p:cNvPr>
          <p:cNvSpPr/>
          <p:nvPr/>
        </p:nvSpPr>
        <p:spPr>
          <a:xfrm>
            <a:off x="7280207" y="1859095"/>
            <a:ext cx="762000" cy="371729"/>
          </a:xfrm>
          <a:prstGeom prst="rect">
            <a:avLst/>
          </a:prstGeom>
          <a:solidFill>
            <a:srgbClr val="5D9EAB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Bahnschrift" panose="020B0502040204020203" pitchFamily="34" charset="0"/>
              </a:rPr>
              <a:t>True</a:t>
            </a:r>
            <a:endParaRPr lang="en-PK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1CBB2F1-8C10-4645-A321-3412BCB944C1}"/>
              </a:ext>
            </a:extLst>
          </p:cNvPr>
          <p:cNvCxnSpPr>
            <a:cxnSpLocks/>
            <a:stCxn id="36" idx="3"/>
            <a:endCxn id="53" idx="1"/>
          </p:cNvCxnSpPr>
          <p:nvPr/>
        </p:nvCxnSpPr>
        <p:spPr>
          <a:xfrm flipV="1">
            <a:off x="6860540" y="2044960"/>
            <a:ext cx="419667" cy="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BFE7CB4C-1697-4F7D-9DCB-C357457E2DE9}"/>
              </a:ext>
            </a:extLst>
          </p:cNvPr>
          <p:cNvSpPr txBox="1"/>
          <p:nvPr/>
        </p:nvSpPr>
        <p:spPr>
          <a:xfrm>
            <a:off x="7955779" y="3459254"/>
            <a:ext cx="819505" cy="30777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Bahnschrift" panose="020B0502040204020203" pitchFamily="34" charset="0"/>
              </a:rPr>
              <a:t>Key-2</a:t>
            </a:r>
            <a:endParaRPr lang="en-PK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</p:txBody>
      </p: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CFF84BF4-1BDD-4F98-98C6-823274633FC3}"/>
              </a:ext>
            </a:extLst>
          </p:cNvPr>
          <p:cNvCxnSpPr>
            <a:stCxn id="26" idx="0"/>
            <a:endCxn id="13" idx="1"/>
          </p:cNvCxnSpPr>
          <p:nvPr/>
        </p:nvCxnSpPr>
        <p:spPr>
          <a:xfrm rot="16200000" flipV="1">
            <a:off x="5773928" y="-179062"/>
            <a:ext cx="841248" cy="5994400"/>
          </a:xfrm>
          <a:prstGeom prst="bentConnector4">
            <a:avLst>
              <a:gd name="adj1" fmla="val 234269"/>
              <a:gd name="adj2" fmla="val 103814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2FD680FD-3ECB-4F27-BA76-A3E7526B5688}"/>
              </a:ext>
            </a:extLst>
          </p:cNvPr>
          <p:cNvCxnSpPr>
            <a:cxnSpLocks/>
            <a:stCxn id="25" idx="0"/>
            <a:endCxn id="12" idx="1"/>
          </p:cNvCxnSpPr>
          <p:nvPr/>
        </p:nvCxnSpPr>
        <p:spPr>
          <a:xfrm rot="16200000" flipV="1">
            <a:off x="5170416" y="71898"/>
            <a:ext cx="1199896" cy="5146024"/>
          </a:xfrm>
          <a:prstGeom prst="bentConnector4">
            <a:avLst>
              <a:gd name="adj1" fmla="val 147651"/>
              <a:gd name="adj2" fmla="val 104442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F98BC44A-6AC7-4DD6-920E-3385A0F005F7}"/>
              </a:ext>
            </a:extLst>
          </p:cNvPr>
          <p:cNvCxnSpPr>
            <a:cxnSpLocks/>
            <a:stCxn id="53" idx="3"/>
          </p:cNvCxnSpPr>
          <p:nvPr/>
        </p:nvCxnSpPr>
        <p:spPr>
          <a:xfrm>
            <a:off x="8042207" y="2044960"/>
            <a:ext cx="30116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Flowchart: Delay 86">
            <a:extLst>
              <a:ext uri="{FF2B5EF4-FFF2-40B4-BE49-F238E27FC236}">
                <a16:creationId xmlns:a16="http://schemas.microsoft.com/office/drawing/2014/main" id="{2C0634CB-C976-4E7F-B3E5-C6750224C812}"/>
              </a:ext>
            </a:extLst>
          </p:cNvPr>
          <p:cNvSpPr/>
          <p:nvPr/>
        </p:nvSpPr>
        <p:spPr>
          <a:xfrm>
            <a:off x="9469580" y="1960778"/>
            <a:ext cx="409448" cy="345115"/>
          </a:xfrm>
          <a:prstGeom prst="flowChartDelay">
            <a:avLst/>
          </a:prstGeom>
          <a:solidFill>
            <a:srgbClr val="5D9EAB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140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6211CDD9-A1B7-4AAC-B8DC-BC8B57E55A1B}"/>
              </a:ext>
            </a:extLst>
          </p:cNvPr>
          <p:cNvCxnSpPr/>
          <p:nvPr/>
        </p:nvCxnSpPr>
        <p:spPr>
          <a:xfrm>
            <a:off x="8343376" y="2044959"/>
            <a:ext cx="1127808" cy="839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C0833124-9837-4A2B-9BB3-1FD34E16B859}"/>
              </a:ext>
            </a:extLst>
          </p:cNvPr>
          <p:cNvCxnSpPr>
            <a:cxnSpLocks/>
          </p:cNvCxnSpPr>
          <p:nvPr/>
        </p:nvCxnSpPr>
        <p:spPr>
          <a:xfrm rot="16200000" flipV="1">
            <a:off x="9222998" y="2474904"/>
            <a:ext cx="1025797" cy="501190"/>
          </a:xfrm>
          <a:prstGeom prst="bentConnector4">
            <a:avLst>
              <a:gd name="adj1" fmla="val 41589"/>
              <a:gd name="adj2" fmla="val 14561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: Elbow 127">
            <a:extLst>
              <a:ext uri="{FF2B5EF4-FFF2-40B4-BE49-F238E27FC236}">
                <a16:creationId xmlns:a16="http://schemas.microsoft.com/office/drawing/2014/main" id="{102F9525-A895-4EE6-9ED4-8126318329C5}"/>
              </a:ext>
            </a:extLst>
          </p:cNvPr>
          <p:cNvCxnSpPr>
            <a:cxnSpLocks/>
          </p:cNvCxnSpPr>
          <p:nvPr/>
        </p:nvCxnSpPr>
        <p:spPr>
          <a:xfrm flipH="1" flipV="1">
            <a:off x="2286786" y="1913998"/>
            <a:ext cx="7618428" cy="264650"/>
          </a:xfrm>
          <a:prstGeom prst="bentConnector4">
            <a:avLst>
              <a:gd name="adj1" fmla="val -3001"/>
              <a:gd name="adj2" fmla="val 537649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id="{5A5FFD10-115A-43C3-B9D0-EEFAB9F9757D}"/>
              </a:ext>
            </a:extLst>
          </p:cNvPr>
          <p:cNvCxnSpPr>
            <a:stCxn id="29" idx="0"/>
            <a:endCxn id="34" idx="1"/>
          </p:cNvCxnSpPr>
          <p:nvPr/>
        </p:nvCxnSpPr>
        <p:spPr>
          <a:xfrm rot="5400000" flipH="1" flipV="1">
            <a:off x="6146799" y="2693679"/>
            <a:ext cx="604520" cy="5755639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Flowchart: Decision 131">
            <a:extLst>
              <a:ext uri="{FF2B5EF4-FFF2-40B4-BE49-F238E27FC236}">
                <a16:creationId xmlns:a16="http://schemas.microsoft.com/office/drawing/2014/main" id="{FDABC45B-BD07-4AFA-8C53-6DA4665507FC}"/>
              </a:ext>
            </a:extLst>
          </p:cNvPr>
          <p:cNvSpPr/>
          <p:nvPr/>
        </p:nvSpPr>
        <p:spPr>
          <a:xfrm>
            <a:off x="1085850" y="3961718"/>
            <a:ext cx="1606550" cy="804527"/>
          </a:xfrm>
          <a:prstGeom prst="flowChartDecision">
            <a:avLst/>
          </a:prstGeom>
          <a:solidFill>
            <a:srgbClr val="5D9EAB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Bahnschrift" panose="020B0502040204020203" pitchFamily="34" charset="0"/>
              </a:rPr>
              <a:t>compare</a:t>
            </a:r>
            <a:endParaRPr lang="en-PK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</p:txBody>
      </p:sp>
      <p:cxnSp>
        <p:nvCxnSpPr>
          <p:cNvPr id="136" name="Connector: Elbow 135">
            <a:extLst>
              <a:ext uri="{FF2B5EF4-FFF2-40B4-BE49-F238E27FC236}">
                <a16:creationId xmlns:a16="http://schemas.microsoft.com/office/drawing/2014/main" id="{C94DDB2A-41FA-40DB-84F5-799A62B69EC0}"/>
              </a:ext>
            </a:extLst>
          </p:cNvPr>
          <p:cNvCxnSpPr>
            <a:cxnSpLocks/>
            <a:stCxn id="13" idx="1"/>
            <a:endCxn id="132" idx="3"/>
          </p:cNvCxnSpPr>
          <p:nvPr/>
        </p:nvCxnSpPr>
        <p:spPr>
          <a:xfrm rot="10800000" flipV="1">
            <a:off x="2692400" y="2397514"/>
            <a:ext cx="504952" cy="196646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3432FD7D-0B34-420B-A79B-3A6816B6ADD8}"/>
              </a:ext>
            </a:extLst>
          </p:cNvPr>
          <p:cNvSpPr txBox="1"/>
          <p:nvPr/>
        </p:nvSpPr>
        <p:spPr>
          <a:xfrm>
            <a:off x="8805682" y="3465873"/>
            <a:ext cx="718196" cy="30777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Bahnschrift" panose="020B0502040204020203" pitchFamily="34" charset="0"/>
              </a:rPr>
              <a:t>Key-3</a:t>
            </a:r>
            <a:endParaRPr lang="en-PK" sz="1400" dirty="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</p:txBody>
      </p:sp>
      <p:cxnSp>
        <p:nvCxnSpPr>
          <p:cNvPr id="151" name="Connector: Elbow 150">
            <a:extLst>
              <a:ext uri="{FF2B5EF4-FFF2-40B4-BE49-F238E27FC236}">
                <a16:creationId xmlns:a16="http://schemas.microsoft.com/office/drawing/2014/main" id="{BDD3B8E4-5BCE-425F-A683-C1E1C9A175DB}"/>
              </a:ext>
            </a:extLst>
          </p:cNvPr>
          <p:cNvCxnSpPr>
            <a:cxnSpLocks/>
            <a:stCxn id="34" idx="1"/>
            <a:endCxn id="132" idx="1"/>
          </p:cNvCxnSpPr>
          <p:nvPr/>
        </p:nvCxnSpPr>
        <p:spPr>
          <a:xfrm rot="10800000">
            <a:off x="1085851" y="4363982"/>
            <a:ext cx="8241029" cy="905256"/>
          </a:xfrm>
          <a:prstGeom prst="bentConnector3">
            <a:avLst>
              <a:gd name="adj1" fmla="val 102774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: Elbow 156">
            <a:extLst>
              <a:ext uri="{FF2B5EF4-FFF2-40B4-BE49-F238E27FC236}">
                <a16:creationId xmlns:a16="http://schemas.microsoft.com/office/drawing/2014/main" id="{D1FF3CB2-EE65-4923-97A5-2303B7F766BF}"/>
              </a:ext>
            </a:extLst>
          </p:cNvPr>
          <p:cNvCxnSpPr>
            <a:cxnSpLocks/>
            <a:stCxn id="132" idx="2"/>
            <a:endCxn id="35" idx="1"/>
          </p:cNvCxnSpPr>
          <p:nvPr/>
        </p:nvCxnSpPr>
        <p:spPr>
          <a:xfrm rot="16200000" flipH="1">
            <a:off x="5173625" y="1481744"/>
            <a:ext cx="868753" cy="7437753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03BC3DF8-189F-4255-A165-BA9D682F83DF}"/>
              </a:ext>
            </a:extLst>
          </p:cNvPr>
          <p:cNvSpPr txBox="1"/>
          <p:nvPr/>
        </p:nvSpPr>
        <p:spPr>
          <a:xfrm>
            <a:off x="3559524" y="2212846"/>
            <a:ext cx="961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Key-3</a:t>
            </a:r>
            <a:endParaRPr lang="en-PK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F8A6632E-5BDD-42A5-9518-D6F2161A2032}"/>
              </a:ext>
            </a:extLst>
          </p:cNvPr>
          <p:cNvSpPr txBox="1"/>
          <p:nvPr/>
        </p:nvSpPr>
        <p:spPr>
          <a:xfrm>
            <a:off x="9523878" y="5084572"/>
            <a:ext cx="1495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Immediate V</a:t>
            </a:r>
            <a:endParaRPr lang="en-PK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2A7F343F-E51E-4D71-A6B4-89A836806E6E}"/>
              </a:ext>
            </a:extLst>
          </p:cNvPr>
          <p:cNvSpPr txBox="1"/>
          <p:nvPr/>
        </p:nvSpPr>
        <p:spPr>
          <a:xfrm>
            <a:off x="7054946" y="5342622"/>
            <a:ext cx="1834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 main code</a:t>
            </a:r>
            <a:endParaRPr lang="en-PK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A933EDD9-38C5-4AA2-94BA-753F37A59A40}"/>
              </a:ext>
            </a:extLst>
          </p:cNvPr>
          <p:cNvSpPr txBox="1"/>
          <p:nvPr/>
        </p:nvSpPr>
        <p:spPr>
          <a:xfrm>
            <a:off x="9529701" y="5456920"/>
            <a:ext cx="1261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Code main</a:t>
            </a:r>
            <a:endParaRPr lang="en-PK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702D2C88-E977-4240-B635-18DF8B45FC17}"/>
              </a:ext>
            </a:extLst>
          </p:cNvPr>
          <p:cNvSpPr txBox="1"/>
          <p:nvPr/>
        </p:nvSpPr>
        <p:spPr>
          <a:xfrm>
            <a:off x="236831" y="107654"/>
            <a:ext cx="5185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Bahnschrift" panose="020B0502040204020203" pitchFamily="34" charset="0"/>
              </a:rPr>
              <a:t>Compiler Binding</a:t>
            </a:r>
            <a:endParaRPr lang="en-PK" sz="3200" b="1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275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653 0.00602 L 0.15781 0.00393 " pathEditMode="relative" rAng="0" ptsTypes="AA">
                                      <p:cBhvr>
                                        <p:cTn id="6" dur="1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57" y="-116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9 -0.02292 L -0.10847 -0.21621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04" y="-9676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6 -0.00671 L -0.0056 -0.00648 C -0.00755 -0.00833 -0.00938 -0.00972 -0.01133 -0.01134 C -0.0125 -0.01227 -0.0138 -0.01366 -0.01498 -0.01458 C -0.01706 -0.0162 -0.01927 -0.01736 -0.02123 -0.01898 C -0.02253 -0.02014 -0.02383 -0.02129 -0.025 -0.02245 C -0.02604 -0.02315 -0.02709 -0.02384 -0.02813 -0.02454 C -0.02943 -0.02569 -0.0306 -0.02685 -0.0319 -0.02801 C -0.03294 -0.0287 -0.03399 -0.02916 -0.03503 -0.03009 C -0.03568 -0.03079 -0.0362 -0.03171 -0.03685 -0.03241 C -0.03854 -0.03403 -0.04024 -0.03541 -0.04193 -0.0368 C -0.04844 -0.04259 -0.03906 -0.03449 -0.04883 -0.04236 C -0.05 -0.04352 -0.05117 -0.04491 -0.05248 -0.0456 C -0.05495 -0.04745 -0.06003 -0.05023 -0.06003 -0.05 C -0.06498 -0.05671 -0.05977 -0.05069 -0.06628 -0.05579 C -0.07162 -0.05995 -0.07266 -0.0625 -0.07748 -0.06458 C -0.07878 -0.06504 -0.08008 -0.06528 -0.08125 -0.06574 C -0.08568 -0.07106 -0.07995 -0.06458 -0.08685 -0.07014 C -0.08802 -0.07106 -0.08893 -0.07268 -0.08998 -0.07338 C -0.09128 -0.07454 -0.09271 -0.0743 -0.09375 -0.07569 C -0.09649 -0.07893 -0.09492 -0.07778 -0.09883 -0.07893 C -0.1013 -0.08125 -0.10365 -0.08403 -0.10625 -0.08565 C -0.1069 -0.08611 -0.10755 -0.08634 -0.10821 -0.0868 C -0.10899 -0.0875 -0.10977 -0.08842 -0.11068 -0.08912 C -0.11185 -0.08981 -0.11315 -0.09028 -0.11446 -0.0912 C -0.11524 -0.0919 -0.11602 -0.09282 -0.11693 -0.09352 C -0.11784 -0.09421 -0.12656 -0.10046 -0.12813 -0.10116 C -0.13021 -0.10231 -0.13242 -0.10324 -0.13438 -0.10463 C -0.13568 -0.10555 -0.13685 -0.10717 -0.13815 -0.10787 C -0.13972 -0.10903 -0.14154 -0.10903 -0.1431 -0.11018 C -0.14453 -0.11088 -0.14571 -0.11227 -0.14688 -0.11342 C -0.14753 -0.11412 -0.14805 -0.11528 -0.14883 -0.11574 C -0.14974 -0.11643 -0.15091 -0.11643 -0.15196 -0.1169 C -0.15612 -0.1206 -0.15274 -0.11782 -0.15821 -0.12129 C -0.15977 -0.12222 -0.16146 -0.12361 -0.16315 -0.12454 C -0.1638 -0.125 -0.16446 -0.12523 -0.16498 -0.12569 C -0.16602 -0.12639 -0.16706 -0.12731 -0.1681 -0.12801 C -0.16901 -0.12847 -0.16979 -0.12847 -0.17071 -0.12893 C -0.17956 -0.13426 -0.16732 -0.12801 -0.17748 -0.13356 C -0.18047 -0.13495 -0.18347 -0.13588 -0.18633 -0.13796 C -0.18685 -0.13842 -0.19024 -0.14074 -0.19128 -0.1412 C -0.19245 -0.14166 -0.19375 -0.14166 -0.19505 -0.14236 L -0.20625 -0.14907 C -0.2069 -0.1493 -0.20755 -0.15 -0.20821 -0.15023 C -0.20925 -0.15046 -0.21029 -0.15069 -0.21133 -0.15116 C -0.21446 -0.15301 -0.21758 -0.15486 -0.22071 -0.15671 C -0.22188 -0.15764 -0.22318 -0.1581 -0.22435 -0.15903 C -0.22591 -0.16018 -0.22722 -0.16157 -0.22878 -0.16227 C -0.23685 -0.16713 -0.23802 -0.16736 -0.24505 -0.17014 C -0.25586 -0.17963 -0.24362 -0.16944 -0.2513 -0.17454 C -0.25456 -0.17685 -0.25352 -0.17778 -0.25755 -0.17893 C -0.25873 -0.1794 -0.26003 -0.17963 -0.26133 -0.18009 C -0.2625 -0.18079 -0.2638 -0.18171 -0.26498 -0.18241 C -0.26667 -0.1831 -0.26836 -0.18379 -0.27005 -0.18449 C -0.27214 -0.18565 -0.27422 -0.1868 -0.2763 -0.18796 C -0.27787 -0.18866 -0.27956 -0.18935 -0.28125 -0.19004 C -0.28268 -0.19074 -0.28425 -0.19166 -0.28568 -0.19236 C -0.29154 -0.19861 -0.28568 -0.19352 -0.29375 -0.19676 C -0.29571 -0.19768 -0.29753 -0.19907 -0.29935 -0.20023 C -0.30026 -0.20069 -0.30104 -0.20069 -0.30196 -0.20116 C -0.30313 -0.20185 -0.3043 -0.20301 -0.3056 -0.20347 C -0.30794 -0.20416 -0.31029 -0.20486 -0.3125 -0.20579 C -0.31419 -0.20648 -0.31589 -0.20741 -0.31758 -0.20787 C -0.31862 -0.20833 -0.31966 -0.20856 -0.32071 -0.20903 C -0.32123 -0.20926 -0.32188 -0.20972 -0.32253 -0.21018 C -0.32331 -0.21065 -0.32422 -0.21088 -0.325 -0.21134 C -0.32565 -0.21157 -0.3263 -0.21204 -0.32696 -0.21227 C -0.32956 -0.21366 -0.33021 -0.21366 -0.33321 -0.21458 C -0.33451 -0.21551 -0.33659 -0.21713 -0.33815 -0.21782 C -0.34584 -0.22153 -0.34037 -0.21898 -0.34688 -0.22129 C -0.34779 -0.22153 -0.34857 -0.22199 -0.34935 -0.22245 C -0.35117 -0.22338 -0.35365 -0.22523 -0.3556 -0.22569 C -0.35755 -0.22616 -0.35938 -0.22639 -0.36133 -0.22685 C -0.36576 -0.2294 -0.36367 -0.22893 -0.36745 -0.22893 " pathEditMode="relative" rAng="0" ptsTypes="AAAAAAAAAAAAAAAAAAAAAAAAAAAAAAAAAAAAAAAAAAAAAAAAAAAAAAAAAAAAAAAAAAAAAAAAAA">
                                      <p:cBhvr>
                                        <p:cTn id="14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099" y="-11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35 -0.00602 L -0.42018 -0.1794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133" y="-8681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424 -0.00348 L -0.18229 0.29352 " pathEditMode="relative" ptsTypes="AA">
                                      <p:cBhvr>
                                        <p:cTn id="22" dur="2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729 -0.00371 L -0.69714 -0.12361 " pathEditMode="relative" ptsTypes="AA">
                                      <p:cBhvr>
                                        <p:cTn id="26" dur="20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1" grpId="1"/>
      <p:bldP spid="52" grpId="0"/>
      <p:bldP spid="63" grpId="0"/>
      <p:bldP spid="145" grpId="0"/>
      <p:bldP spid="160" grpId="0"/>
      <p:bldP spid="161" grpId="0"/>
      <p:bldP spid="16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A82B2-F071-48C3-8D12-9C706A74D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EA4F9DA-7944-49FF-A979-81099A71CB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160" b="974"/>
          <a:stretch/>
        </p:blipFill>
        <p:spPr>
          <a:xfrm>
            <a:off x="496674" y="2003425"/>
            <a:ext cx="7896651" cy="4308475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5E52B89-1383-4BAE-B728-31EAE2BE64DA}"/>
              </a:ext>
            </a:extLst>
          </p:cNvPr>
          <p:cNvGrpSpPr/>
          <p:nvPr/>
        </p:nvGrpSpPr>
        <p:grpSpPr>
          <a:xfrm>
            <a:off x="8789093" y="2414874"/>
            <a:ext cx="2906233" cy="3005414"/>
            <a:chOff x="4097079" y="2243424"/>
            <a:chExt cx="2906233" cy="300541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1136BE8-6FFB-4991-BF3D-6BE574240921}"/>
                </a:ext>
              </a:extLst>
            </p:cNvPr>
            <p:cNvSpPr/>
            <p:nvPr/>
          </p:nvSpPr>
          <p:spPr>
            <a:xfrm>
              <a:off x="4217581" y="2243424"/>
              <a:ext cx="2665226" cy="48201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Application</a:t>
              </a:r>
              <a:endParaRPr lang="en-PK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6EA290E-0F43-40E9-8682-11D99A6E998E}"/>
                </a:ext>
              </a:extLst>
            </p:cNvPr>
            <p:cNvSpPr/>
            <p:nvPr/>
          </p:nvSpPr>
          <p:spPr>
            <a:xfrm>
              <a:off x="4215813" y="3760289"/>
              <a:ext cx="2666996" cy="48201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Debug, FLASH Mem, UART Controller</a:t>
              </a:r>
              <a:endParaRPr lang="en-PK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E2E2E41-A96A-4D23-BF2C-D0061CE757BC}"/>
                </a:ext>
              </a:extLst>
            </p:cNvPr>
            <p:cNvSpPr/>
            <p:nvPr/>
          </p:nvSpPr>
          <p:spPr>
            <a:xfrm>
              <a:off x="4215812" y="4260015"/>
              <a:ext cx="2666995" cy="48201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Protocol (SPI, UART) controlled by software</a:t>
              </a:r>
              <a:endParaRPr lang="en-PK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063AE89-3410-414D-BA29-F09CF3924BF0}"/>
                </a:ext>
              </a:extLst>
            </p:cNvPr>
            <p:cNvSpPr/>
            <p:nvPr/>
          </p:nvSpPr>
          <p:spPr>
            <a:xfrm>
              <a:off x="4219359" y="4766828"/>
              <a:ext cx="2663448" cy="48201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Interface/Physical Layer</a:t>
              </a:r>
              <a:endParaRPr lang="en-PK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9C68098-A6DA-4944-9362-1EBF56B98E45}"/>
                </a:ext>
              </a:extLst>
            </p:cNvPr>
            <p:cNvSpPr/>
            <p:nvPr/>
          </p:nvSpPr>
          <p:spPr>
            <a:xfrm>
              <a:off x="4215813" y="3253476"/>
              <a:ext cx="2666994" cy="48201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Security Logic</a:t>
              </a:r>
              <a:endParaRPr lang="en-PK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7BD03ED-5708-4886-94E1-E30CFA640B36}"/>
                </a:ext>
              </a:extLst>
            </p:cNvPr>
            <p:cNvSpPr/>
            <p:nvPr/>
          </p:nvSpPr>
          <p:spPr>
            <a:xfrm>
              <a:off x="4215813" y="2748522"/>
              <a:ext cx="2666994" cy="48201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Core Instruction Insertion</a:t>
              </a:r>
              <a:endParaRPr lang="en-PK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8DB7D2D-47F1-420E-9579-ACA4D6A2A312}"/>
                </a:ext>
              </a:extLst>
            </p:cNvPr>
            <p:cNvSpPr/>
            <p:nvPr/>
          </p:nvSpPr>
          <p:spPr>
            <a:xfrm>
              <a:off x="4097079" y="2698906"/>
              <a:ext cx="2906233" cy="1603737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</p:spTree>
    <p:extLst>
      <p:ext uri="{BB962C8B-B14F-4D97-AF65-F5344CB8AC3E}">
        <p14:creationId xmlns:p14="http://schemas.microsoft.com/office/powerpoint/2010/main" val="335890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68</Words>
  <Application>Microsoft Office PowerPoint</Application>
  <PresentationFormat>Widescreen</PresentationFormat>
  <Paragraphs>48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Bahnschrift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Hira Pervez</dc:creator>
  <cp:lastModifiedBy>Muhammad Yousaf</cp:lastModifiedBy>
  <cp:revision>16</cp:revision>
  <dcterms:created xsi:type="dcterms:W3CDTF">2024-11-19T07:06:05Z</dcterms:created>
  <dcterms:modified xsi:type="dcterms:W3CDTF">2025-02-26T07:41:24Z</dcterms:modified>
</cp:coreProperties>
</file>