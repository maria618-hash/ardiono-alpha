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F4E79"/>
                </a:solidFill>
              </a:rPr>
              <a:t>A Novel Approach to Secure Execution in Embedded Systems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Custom ISA and Compiler Binding</a:t>
            </a:r>
          </a:p>
          <a:p>
            <a:r>
              <a:rPr sz="2000"/>
              <a:t>Final Defense Presentation</a:t>
            </a:r>
          </a:p>
          <a:p>
            <a:r>
              <a:rPr sz="2000"/>
              <a:t>Author: Maria Ayub</a:t>
            </a:r>
          </a:p>
          <a:p>
            <a:r>
              <a:rPr sz="2000"/>
              <a:t>University Name (replace)</a:t>
            </a:r>
          </a:p>
          <a:p>
            <a:r>
              <a:rPr sz="2000"/>
              <a:t>Jan 21,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Motivation and problem statement</a:t>
            </a:r>
          </a:p>
          <a:p>
            <a:pPr>
              <a:defRPr sz="2200"/>
            </a:pPr>
            <a:r>
              <a:t>Proposed architecture</a:t>
            </a:r>
          </a:p>
          <a:p>
            <a:pPr>
              <a:defRPr sz="2200"/>
            </a:pPr>
            <a:r>
              <a:t>ISA extension and authorization flow</a:t>
            </a:r>
          </a:p>
          <a:p>
            <a:pPr>
              <a:defRPr sz="2200"/>
            </a:pPr>
            <a:r>
              <a:t>Implementation and toolchain integration</a:t>
            </a:r>
          </a:p>
          <a:p>
            <a:pPr>
              <a:defRPr sz="2200"/>
            </a:pPr>
            <a:r>
              <a:t>Evaluation and results</a:t>
            </a:r>
          </a:p>
          <a:p>
            <a:pPr>
              <a:defRPr sz="2200"/>
            </a:pPr>
            <a:r>
              <a:t>Discussion and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Motivation and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Physical access enables firmware replacement and invasive debugging</a:t>
            </a:r>
          </a:p>
          <a:p>
            <a:pPr>
              <a:defRPr sz="2200"/>
            </a:pPr>
            <a:r>
              <a:t>Secure boot authenticates the initial image but not post-boot debug/programming</a:t>
            </a:r>
          </a:p>
          <a:p>
            <a:pPr>
              <a:defRPr sz="2200"/>
            </a:pPr>
            <a:r>
              <a:t>Debug interfaces expose memory and execution control</a:t>
            </a:r>
          </a:p>
          <a:p>
            <a:pPr>
              <a:defRPr sz="2200"/>
            </a:pPr>
            <a:r>
              <a:t>Need device-local authorization for execution and debug enablement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Design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Gate execution and debug enablement on-device</a:t>
            </a:r>
          </a:p>
          <a:p>
            <a:pPr>
              <a:defRPr sz="2200"/>
            </a:pPr>
            <a:r>
              <a:t>Keep key material out of the normal load/store path</a:t>
            </a:r>
          </a:p>
          <a:p>
            <a:pPr>
              <a:defRPr sz="2200"/>
            </a:pPr>
            <a:r>
              <a:t>Integrate with compiler and toolchain for reproducible binaries</a:t>
            </a:r>
          </a:p>
          <a:p>
            <a:pPr>
              <a:defRPr sz="2200"/>
            </a:pPr>
            <a:r>
              <a:t>Provide traceability via host-device binding and audit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System Architecture Overview</a:t>
            </a:r>
          </a:p>
        </p:txBody>
      </p:sp>
      <p:pic>
        <p:nvPicPr>
          <p:cNvPr id="4" name="Picture 3" descr="fig_arc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1094415" cy="61851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Custom ISA Instruction: kc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Format: kc rd, imm20 (I-type)</a:t>
            </a:r>
          </a:p>
          <a:p>
            <a:pPr lvl="1">
              <a:defRPr sz="1800"/>
            </a:pPr>
            <a:r>
              <a:t>Immediate encodes token fragment</a:t>
            </a:r>
          </a:p>
          <a:p>
            <a:pPr>
              <a:defRPr sz="2200"/>
            </a:pPr>
            <a:r>
              <a:t>Semantics</a:t>
            </a:r>
          </a:p>
          <a:p>
            <a:pPr lvl="1">
              <a:defRPr sz="1800"/>
            </a:pPr>
            <a:r>
              <a:t>Triggers verification against protected key</a:t>
            </a:r>
          </a:p>
          <a:p>
            <a:pPr lvl="1">
              <a:defRPr sz="1800"/>
            </a:pPr>
            <a:r>
              <a:t>Updates exec_enable and debug_enable</a:t>
            </a:r>
          </a:p>
          <a:p>
            <a:pPr>
              <a:defRPr sz="2200"/>
            </a:pPr>
            <a:r>
              <a:t>Fail-stop on mismatch (halt state)</a:t>
            </a:r>
          </a:p>
          <a:p>
            <a:pPr>
              <a:defRPr sz="2200"/>
            </a:pPr>
            <a:r>
              <a:t>Placed in BootROM before untrusted code executes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Authorization Flow and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Protocol</a:t>
            </a:r>
          </a:p>
          <a:p>
            <a:pPr lvl="1">
              <a:defRPr sz="1800"/>
            </a:pPr>
            <a:r>
              <a:t>Start -&gt; Key-1 -&gt; Key-2 -&gt; Key-3 -&gt; Enable -&gt; End</a:t>
            </a:r>
          </a:p>
          <a:p>
            <a:pPr>
              <a:defRPr sz="2200"/>
            </a:pPr>
            <a:r>
              <a:t>FSM states</a:t>
            </a:r>
          </a:p>
          <a:p>
            <a:pPr lvl="1">
              <a:defRPr sz="1800"/>
            </a:pPr>
            <a:r>
              <a:t>LOCKED -&gt; VERIFY -&gt; AUTHORIZED</a:t>
            </a:r>
          </a:p>
          <a:p>
            <a:pPr lvl="1">
              <a:defRPr sz="1800"/>
            </a:pPr>
            <a:r>
              <a:t>Mismatch leads to HALT</a:t>
            </a:r>
          </a:p>
          <a:p>
            <a:pPr>
              <a:defRPr sz="2200"/>
            </a:pPr>
            <a:r>
              <a:t>Debug is enabled only after successful match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Key Binding and Host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Key derived from host and device identifiers plus nonce</a:t>
            </a:r>
          </a:p>
          <a:p>
            <a:pPr>
              <a:defRPr sz="2200"/>
            </a:pPr>
            <a:r>
              <a:t>K = Trunc26(Mix(timestamp, machineID, hostUUID, deviceUUID, r))</a:t>
            </a:r>
          </a:p>
          <a:p>
            <a:pPr>
              <a:defRPr sz="2200"/>
            </a:pPr>
            <a:r>
              <a:t>Host database stores bindings and audit logs</a:t>
            </a:r>
          </a:p>
          <a:p>
            <a:pPr>
              <a:defRPr sz="2200"/>
            </a:pPr>
            <a:r>
              <a:t>Authorization sequence sent before privileged operations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Implementation and Toolchain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Custom GCC/binutils emit kc from C and assembly</a:t>
            </a:r>
          </a:p>
          <a:p>
            <a:pPr>
              <a:defRPr sz="2200"/>
            </a:pPr>
            <a:r>
              <a:t>Protected NVM compare path not memory-mapped</a:t>
            </a:r>
          </a:p>
          <a:p>
            <a:pPr>
              <a:defRPr sz="2200"/>
            </a:pPr>
            <a:r>
              <a:t>Security FSM controls exec_enable and debug_enable</a:t>
            </a:r>
          </a:p>
          <a:p>
            <a:pPr>
              <a:defRPr sz="2200"/>
            </a:pPr>
            <a:r>
              <a:t>Host application supports compile, hex view, key match, and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Evaluation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Toolchain-level validation: compile, link, ELF-to-HEX</a:t>
            </a:r>
          </a:p>
          <a:p>
            <a:pPr>
              <a:defRPr sz="2200"/>
            </a:pPr>
            <a:r>
              <a:t>System-level validation: authorization gates execution and debug</a:t>
            </a:r>
          </a:p>
          <a:p>
            <a:pPr>
              <a:defRPr sz="2200"/>
            </a:pPr>
            <a:r>
              <a:t>Evidence collected from host logs and screenshots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Results: Toolchain and Hex Inspection</a:t>
            </a:r>
          </a:p>
        </p:txBody>
      </p:sp>
      <p:pic>
        <p:nvPicPr>
          <p:cNvPr id="4" name="Picture 3" descr="fig_comp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207"/>
            <a:ext cx="5318607" cy="3211140"/>
          </a:xfrm>
          <a:prstGeom prst="rect">
            <a:avLst/>
          </a:prstGeom>
        </p:spPr>
      </p:pic>
      <p:pic>
        <p:nvPicPr>
          <p:cNvPr id="5" name="Picture 4" descr="fig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280160"/>
            <a:ext cx="5318607" cy="32112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Results: Authorization and Debug Enablement</a:t>
            </a:r>
          </a:p>
        </p:txBody>
      </p:sp>
      <p:pic>
        <p:nvPicPr>
          <p:cNvPr id="4" name="Picture 3" descr="fig_key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911535" cy="6583667"/>
          </a:xfrm>
          <a:prstGeom prst="rect">
            <a:avLst/>
          </a:prstGeom>
        </p:spPr>
      </p:pic>
      <p:pic>
        <p:nvPicPr>
          <p:cNvPr id="5" name="Picture 4" descr="fig_debugenab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7818107"/>
            <a:ext cx="10911535" cy="66002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Results: Programming Workflow</a:t>
            </a:r>
          </a:p>
        </p:txBody>
      </p:sp>
      <p:pic>
        <p:nvPicPr>
          <p:cNvPr id="4" name="Picture 3" descr="fig_conn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911535" cy="7137749"/>
          </a:xfrm>
          <a:prstGeom prst="rect">
            <a:avLst/>
          </a:prstGeom>
        </p:spPr>
      </p:pic>
      <p:pic>
        <p:nvPicPr>
          <p:cNvPr id="5" name="Picture 4" descr="fig_load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8372189"/>
            <a:ext cx="10911535" cy="49717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Authorization enforced at the device, not only at the host</a:t>
            </a:r>
          </a:p>
          <a:p>
            <a:pPr>
              <a:defRPr sz="2200"/>
            </a:pPr>
            <a:r>
              <a:t>Debug enablement released only after explicit authorization</a:t>
            </a:r>
          </a:p>
          <a:p>
            <a:pPr>
              <a:defRPr sz="2200"/>
            </a:pPr>
            <a:r>
              <a:t>Fail-stop behavior limits repeated probing in a single boot</a:t>
            </a:r>
          </a:p>
          <a:p>
            <a:pPr>
              <a:defRPr sz="2200"/>
            </a:pPr>
            <a:r>
              <a:t>Toolchain and provisioning are part of the trusted computing base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Introduced instruction-triggered, key-gated authorization</a:t>
            </a:r>
          </a:p>
          <a:p>
            <a:pPr>
              <a:defRPr sz="2200"/>
            </a:pPr>
            <a:r>
              <a:t>Protected key storage and verification datapath enforce access control</a:t>
            </a:r>
          </a:p>
          <a:p>
            <a:pPr>
              <a:defRPr sz="2200"/>
            </a:pPr>
            <a:r>
              <a:t>End-to-end toolchain support enables deployable security</a:t>
            </a:r>
          </a:p>
          <a:p>
            <a:pPr>
              <a:defRPr sz="2200"/>
            </a:pPr>
            <a:r>
              <a:t>Evidence demonstrates feasibility and policy enforcement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Formalize boot-chain policy for BootROM placement across platforms</a:t>
            </a:r>
          </a:p>
          <a:p>
            <a:pPr>
              <a:defRPr sz="2200"/>
            </a:pPr>
            <a:r>
              <a:t>Add key rotation, revocation, and per-firmware authorization records</a:t>
            </a:r>
          </a:p>
          <a:p>
            <a:pPr>
              <a:defRPr sz="2200"/>
            </a:pPr>
            <a:r>
              <a:t>Evaluate fault/glitch resilience and side-channel leakage</a:t>
            </a:r>
          </a:p>
          <a:p>
            <a:pPr>
              <a:defRPr sz="2200"/>
            </a:pPr>
            <a:r>
              <a:t>Quantify area/power/latency and expand regression testing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F4E79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