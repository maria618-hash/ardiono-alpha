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2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81" r:id="rId7"/>
    <p:sldId id="285" r:id="rId8"/>
    <p:sldId id="289" r:id="rId9"/>
    <p:sldId id="287" r:id="rId10"/>
    <p:sldId id="286" r:id="rId11"/>
    <p:sldId id="288" r:id="rId12"/>
    <p:sldId id="275" r:id="rId13"/>
    <p:sldId id="276" r:id="rId14"/>
    <p:sldId id="261" r:id="rId15"/>
    <p:sldId id="262" r:id="rId16"/>
    <p:sldId id="291" r:id="rId17"/>
    <p:sldId id="263" r:id="rId18"/>
    <p:sldId id="264" r:id="rId19"/>
    <p:sldId id="265" r:id="rId20"/>
    <p:sldId id="266" r:id="rId21"/>
    <p:sldId id="267" r:id="rId22"/>
    <p:sldId id="283" r:id="rId23"/>
    <p:sldId id="282" r:id="rId24"/>
    <p:sldId id="268" r:id="rId25"/>
    <p:sldId id="292" r:id="rId26"/>
    <p:sldId id="270" r:id="rId27"/>
    <p:sldId id="271" r:id="rId28"/>
    <p:sldId id="272" r:id="rId29"/>
    <p:sldId id="279" r:id="rId30"/>
    <p:sldId id="278" r:id="rId31"/>
    <p:sldId id="273" r:id="rId32"/>
    <p:sldId id="293" r:id="rId33"/>
    <p:sldId id="274" r:id="rId34"/>
    <p:sldId id="280" r:id="rId35"/>
    <p:sldId id="277" r:id="rId36"/>
    <p:sldId id="284" r:id="rId3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/Relationships>
</file>

<file path=ppt/diagrams/_rels/data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33.png"/><Relationship Id="rId8" Type="http://schemas.openxmlformats.org/officeDocument/2006/relationships/image" Target="../media/image34.svg"/></Relationships>
</file>

<file path=ppt/diagrams/_rels/data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svg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1.png"/><Relationship Id="rId10" Type="http://schemas.openxmlformats.org/officeDocument/2006/relationships/image" Target="../media/image12.svg"/></Relationships>
</file>

<file path=ppt/diagrams/_rels/drawing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33.png"/><Relationship Id="rId8" Type="http://schemas.openxmlformats.org/officeDocument/2006/relationships/image" Target="../media/image34.svg"/></Relationships>
</file>

<file path=ppt/diagrams/_rels/drawing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svg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4FF043-5351-4F8F-B3A8-499020E9CA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41C65F-3611-41B1-8FD0-B18C45E663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</a:t>
          </a:r>
        </a:p>
      </dgm:t>
    </dgm:pt>
    <dgm:pt modelId="{69183E7A-9ABF-41FF-B628-C6B0999FDBC8}" type="parTrans" cxnId="{68135B20-AEAC-470C-9BA2-FBA0E5620BD5}">
      <dgm:prSet/>
      <dgm:spPr/>
      <dgm:t>
        <a:bodyPr/>
        <a:lstStyle/>
        <a:p>
          <a:endParaRPr lang="en-US"/>
        </a:p>
      </dgm:t>
    </dgm:pt>
    <dgm:pt modelId="{5FFC0BE9-9E1B-4A25-8EEB-9D1CEB5D4781}" type="sibTrans" cxnId="{68135B20-AEAC-470C-9BA2-FBA0E5620BD5}">
      <dgm:prSet/>
      <dgm:spPr/>
      <dgm:t>
        <a:bodyPr/>
        <a:lstStyle/>
        <a:p>
          <a:endParaRPr lang="en-US"/>
        </a:p>
      </dgm:t>
    </dgm:pt>
    <dgm:pt modelId="{93820472-4266-4CD0-A366-2D5F75E421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Literature Review</a:t>
          </a:r>
        </a:p>
      </dgm:t>
    </dgm:pt>
    <dgm:pt modelId="{808082E0-E041-4572-BFFD-0F5BDC396C8B}" type="parTrans" cxnId="{63973604-A41E-4DBC-BE1D-5E5EDF941DB2}">
      <dgm:prSet/>
      <dgm:spPr/>
      <dgm:t>
        <a:bodyPr/>
        <a:lstStyle/>
        <a:p>
          <a:endParaRPr lang="en-US"/>
        </a:p>
      </dgm:t>
    </dgm:pt>
    <dgm:pt modelId="{3DFB720F-9195-4983-A9B9-71321A05D542}" type="sibTrans" cxnId="{63973604-A41E-4DBC-BE1D-5E5EDF941DB2}">
      <dgm:prSet/>
      <dgm:spPr/>
      <dgm:t>
        <a:bodyPr/>
        <a:lstStyle/>
        <a:p>
          <a:endParaRPr lang="en-US"/>
        </a:p>
      </dgm:t>
    </dgm:pt>
    <dgm:pt modelId="{58E7CAD3-F803-4CAA-BBBD-2568A51EFF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Methodology</a:t>
          </a:r>
        </a:p>
      </dgm:t>
    </dgm:pt>
    <dgm:pt modelId="{3BE14C4B-56A3-47D2-92C3-E5C8A1BA7C0C}" type="parTrans" cxnId="{41B59CB9-4545-416C-961B-A61DB6206A4D}">
      <dgm:prSet/>
      <dgm:spPr/>
      <dgm:t>
        <a:bodyPr/>
        <a:lstStyle/>
        <a:p>
          <a:endParaRPr lang="en-US"/>
        </a:p>
      </dgm:t>
    </dgm:pt>
    <dgm:pt modelId="{BA0BDA17-6754-4417-B74A-2E0710987849}" type="sibTrans" cxnId="{41B59CB9-4545-416C-961B-A61DB6206A4D}">
      <dgm:prSet/>
      <dgm:spPr/>
      <dgm:t>
        <a:bodyPr/>
        <a:lstStyle/>
        <a:p>
          <a:endParaRPr lang="en-US"/>
        </a:p>
      </dgm:t>
    </dgm:pt>
    <dgm:pt modelId="{3795EF6C-2D0A-4015-9B0D-A2C66E07EB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Experiments and Results</a:t>
          </a:r>
        </a:p>
      </dgm:t>
    </dgm:pt>
    <dgm:pt modelId="{56236CA6-EAC4-44C8-95AA-7F155E077278}" type="parTrans" cxnId="{CD50A640-ADF6-4B0D-8871-842A701E2394}">
      <dgm:prSet/>
      <dgm:spPr/>
      <dgm:t>
        <a:bodyPr/>
        <a:lstStyle/>
        <a:p>
          <a:endParaRPr lang="en-US"/>
        </a:p>
      </dgm:t>
    </dgm:pt>
    <dgm:pt modelId="{3C9313E4-3B47-4191-882F-2384BBB09948}" type="sibTrans" cxnId="{CD50A640-ADF6-4B0D-8871-842A701E2394}">
      <dgm:prSet/>
      <dgm:spPr/>
      <dgm:t>
        <a:bodyPr/>
        <a:lstStyle/>
        <a:p>
          <a:endParaRPr lang="en-US"/>
        </a:p>
      </dgm:t>
    </dgm:pt>
    <dgm:pt modelId="{40050E21-2A4D-41A7-B635-9011747A8F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</a:t>
          </a:r>
        </a:p>
      </dgm:t>
    </dgm:pt>
    <dgm:pt modelId="{2D909BE0-A2FD-4F01-9B8F-E85DF13E9B92}" type="parTrans" cxnId="{88EC12FD-8107-480E-A64F-FC4DE725F280}">
      <dgm:prSet/>
      <dgm:spPr/>
      <dgm:t>
        <a:bodyPr/>
        <a:lstStyle/>
        <a:p>
          <a:endParaRPr lang="en-US"/>
        </a:p>
      </dgm:t>
    </dgm:pt>
    <dgm:pt modelId="{A3BF5244-968A-4A82-B048-2508BD9759AE}" type="sibTrans" cxnId="{88EC12FD-8107-480E-A64F-FC4DE725F280}">
      <dgm:prSet/>
      <dgm:spPr/>
      <dgm:t>
        <a:bodyPr/>
        <a:lstStyle/>
        <a:p>
          <a:endParaRPr lang="en-US"/>
        </a:p>
      </dgm:t>
    </dgm:pt>
    <dgm:pt modelId="{0C0D0B6E-09DC-486B-B51B-43626EE6ACC7}" type="pres">
      <dgm:prSet presAssocID="{384FF043-5351-4F8F-B3A8-499020E9CA85}" presName="root" presStyleCnt="0">
        <dgm:presLayoutVars>
          <dgm:dir/>
          <dgm:resizeHandles val="exact"/>
        </dgm:presLayoutVars>
      </dgm:prSet>
      <dgm:spPr/>
    </dgm:pt>
    <dgm:pt modelId="{D3907857-0BEE-4DCF-8892-165EAF5A9A3B}" type="pres">
      <dgm:prSet presAssocID="{9141C65F-3611-41B1-8FD0-B18C45E663ED}" presName="compNode" presStyleCnt="0"/>
      <dgm:spPr/>
    </dgm:pt>
    <dgm:pt modelId="{B3463D0F-29D7-453A-A1E9-B4C29841DA69}" type="pres">
      <dgm:prSet presAssocID="{9141C65F-3611-41B1-8FD0-B18C45E663ED}" presName="bgRect" presStyleLbl="bgShp" presStyleIdx="0" presStyleCnt="5"/>
      <dgm:spPr/>
    </dgm:pt>
    <dgm:pt modelId="{BFEF19A1-D4F5-4675-9445-D3F51B6A1AB4}" type="pres">
      <dgm:prSet presAssocID="{9141C65F-3611-41B1-8FD0-B18C45E663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06D79CF7-E440-467D-A229-DD4FE729FC99}" type="pres">
      <dgm:prSet presAssocID="{9141C65F-3611-41B1-8FD0-B18C45E663ED}" presName="spaceRect" presStyleCnt="0"/>
      <dgm:spPr/>
    </dgm:pt>
    <dgm:pt modelId="{720BDFB8-BDDD-436E-954C-A480314AC671}" type="pres">
      <dgm:prSet presAssocID="{9141C65F-3611-41B1-8FD0-B18C45E663ED}" presName="parTx" presStyleLbl="revTx" presStyleIdx="0" presStyleCnt="5">
        <dgm:presLayoutVars>
          <dgm:chMax val="0"/>
          <dgm:chPref val="0"/>
        </dgm:presLayoutVars>
      </dgm:prSet>
      <dgm:spPr/>
    </dgm:pt>
    <dgm:pt modelId="{38401C46-5745-4A5B-9966-BAB5C29459BA}" type="pres">
      <dgm:prSet presAssocID="{5FFC0BE9-9E1B-4A25-8EEB-9D1CEB5D4781}" presName="sibTrans" presStyleCnt="0"/>
      <dgm:spPr/>
    </dgm:pt>
    <dgm:pt modelId="{1053A862-D59C-4429-961E-2EBA1A366F32}" type="pres">
      <dgm:prSet presAssocID="{93820472-4266-4CD0-A366-2D5F75E4213A}" presName="compNode" presStyleCnt="0"/>
      <dgm:spPr/>
    </dgm:pt>
    <dgm:pt modelId="{2BB27E4F-4350-4740-B81D-5A9889A66BD6}" type="pres">
      <dgm:prSet presAssocID="{93820472-4266-4CD0-A366-2D5F75E4213A}" presName="bgRect" presStyleLbl="bgShp" presStyleIdx="1" presStyleCnt="5"/>
      <dgm:spPr/>
    </dgm:pt>
    <dgm:pt modelId="{2E339738-992C-4DDD-B3F8-DF0943716757}" type="pres">
      <dgm:prSet presAssocID="{93820472-4266-4CD0-A366-2D5F75E4213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bric Report Library"/>
        </a:ext>
      </dgm:extLst>
    </dgm:pt>
    <dgm:pt modelId="{399A0048-66B0-4950-97C8-48A42A0AD05D}" type="pres">
      <dgm:prSet presAssocID="{93820472-4266-4CD0-A366-2D5F75E4213A}" presName="spaceRect" presStyleCnt="0"/>
      <dgm:spPr/>
    </dgm:pt>
    <dgm:pt modelId="{91292898-E20A-4970-94DF-7E5EC596FB01}" type="pres">
      <dgm:prSet presAssocID="{93820472-4266-4CD0-A366-2D5F75E4213A}" presName="parTx" presStyleLbl="revTx" presStyleIdx="1" presStyleCnt="5">
        <dgm:presLayoutVars>
          <dgm:chMax val="0"/>
          <dgm:chPref val="0"/>
        </dgm:presLayoutVars>
      </dgm:prSet>
      <dgm:spPr/>
    </dgm:pt>
    <dgm:pt modelId="{4DC80769-5A10-40B6-A839-CEA9579191A5}" type="pres">
      <dgm:prSet presAssocID="{3DFB720F-9195-4983-A9B9-71321A05D542}" presName="sibTrans" presStyleCnt="0"/>
      <dgm:spPr/>
    </dgm:pt>
    <dgm:pt modelId="{298450D8-F1DB-404B-95F7-DA072731C83F}" type="pres">
      <dgm:prSet presAssocID="{58E7CAD3-F803-4CAA-BBBD-2568A51EFF41}" presName="compNode" presStyleCnt="0"/>
      <dgm:spPr/>
    </dgm:pt>
    <dgm:pt modelId="{A61ED87C-A726-4346-8DD8-F2C4236164F1}" type="pres">
      <dgm:prSet presAssocID="{58E7CAD3-F803-4CAA-BBBD-2568A51EFF41}" presName="bgRect" presStyleLbl="bgShp" presStyleIdx="2" presStyleCnt="5"/>
      <dgm:spPr/>
    </dgm:pt>
    <dgm:pt modelId="{2CF15388-E434-41CC-928C-819F4B4073FF}" type="pres">
      <dgm:prSet presAssocID="{58E7CAD3-F803-4CAA-BBBD-2568A51EFF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A64622C3-8425-4E0A-ABBC-732FED99D78A}" type="pres">
      <dgm:prSet presAssocID="{58E7CAD3-F803-4CAA-BBBD-2568A51EFF41}" presName="spaceRect" presStyleCnt="0"/>
      <dgm:spPr/>
    </dgm:pt>
    <dgm:pt modelId="{F4AD5242-05CE-46F0-97CC-E13C7F060494}" type="pres">
      <dgm:prSet presAssocID="{58E7CAD3-F803-4CAA-BBBD-2568A51EFF41}" presName="parTx" presStyleLbl="revTx" presStyleIdx="2" presStyleCnt="5">
        <dgm:presLayoutVars>
          <dgm:chMax val="0"/>
          <dgm:chPref val="0"/>
        </dgm:presLayoutVars>
      </dgm:prSet>
      <dgm:spPr/>
    </dgm:pt>
    <dgm:pt modelId="{A066C961-9048-42C0-B8C9-82D80FD7CDBD}" type="pres">
      <dgm:prSet presAssocID="{BA0BDA17-6754-4417-B74A-2E0710987849}" presName="sibTrans" presStyleCnt="0"/>
      <dgm:spPr/>
    </dgm:pt>
    <dgm:pt modelId="{19B5B840-E16F-490A-ABCD-F4F0AF9E5639}" type="pres">
      <dgm:prSet presAssocID="{3795EF6C-2D0A-4015-9B0D-A2C66E07EB66}" presName="compNode" presStyleCnt="0"/>
      <dgm:spPr/>
    </dgm:pt>
    <dgm:pt modelId="{7F2FDE3B-EAAB-492A-8A29-106BE93EA3A2}" type="pres">
      <dgm:prSet presAssocID="{3795EF6C-2D0A-4015-9B0D-A2C66E07EB66}" presName="bgRect" presStyleLbl="bgShp" presStyleIdx="3" presStyleCnt="5"/>
      <dgm:spPr/>
    </dgm:pt>
    <dgm:pt modelId="{19719557-C6EF-4BC2-8F64-301F67F35297}" type="pres">
      <dgm:prSet presAssocID="{3795EF6C-2D0A-4015-9B0D-A2C66E07EB6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1B4A018-E272-41D1-A1AC-CA1DC41AF0EA}" type="pres">
      <dgm:prSet presAssocID="{3795EF6C-2D0A-4015-9B0D-A2C66E07EB66}" presName="spaceRect" presStyleCnt="0"/>
      <dgm:spPr/>
    </dgm:pt>
    <dgm:pt modelId="{D24A5BC9-9887-4417-881C-FB9F6CF07FBD}" type="pres">
      <dgm:prSet presAssocID="{3795EF6C-2D0A-4015-9B0D-A2C66E07EB66}" presName="parTx" presStyleLbl="revTx" presStyleIdx="3" presStyleCnt="5">
        <dgm:presLayoutVars>
          <dgm:chMax val="0"/>
          <dgm:chPref val="0"/>
        </dgm:presLayoutVars>
      </dgm:prSet>
      <dgm:spPr/>
    </dgm:pt>
    <dgm:pt modelId="{D22E7FA9-D8C4-4BB9-94D5-D4BE2E1D6C42}" type="pres">
      <dgm:prSet presAssocID="{3C9313E4-3B47-4191-882F-2384BBB09948}" presName="sibTrans" presStyleCnt="0"/>
      <dgm:spPr/>
    </dgm:pt>
    <dgm:pt modelId="{EF3D687C-416E-49BD-8BB7-7042C0E0CB28}" type="pres">
      <dgm:prSet presAssocID="{40050E21-2A4D-41A7-B635-9011747A8F8F}" presName="compNode" presStyleCnt="0"/>
      <dgm:spPr/>
    </dgm:pt>
    <dgm:pt modelId="{43690E81-B401-49E0-8684-CB33B1C26560}" type="pres">
      <dgm:prSet presAssocID="{40050E21-2A4D-41A7-B635-9011747A8F8F}" presName="bgRect" presStyleLbl="bgShp" presStyleIdx="4" presStyleCnt="5"/>
      <dgm:spPr/>
    </dgm:pt>
    <dgm:pt modelId="{29530FB7-BEAD-4099-A861-14703F61BDBE}" type="pres">
      <dgm:prSet presAssocID="{40050E21-2A4D-41A7-B635-9011747A8F8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F2C0089C-2057-4379-836D-5938F0D1C691}" type="pres">
      <dgm:prSet presAssocID="{40050E21-2A4D-41A7-B635-9011747A8F8F}" presName="spaceRect" presStyleCnt="0"/>
      <dgm:spPr/>
    </dgm:pt>
    <dgm:pt modelId="{550696DF-455A-4E62-9D63-C6744935C9F1}" type="pres">
      <dgm:prSet presAssocID="{40050E21-2A4D-41A7-B635-9011747A8F8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3973604-A41E-4DBC-BE1D-5E5EDF941DB2}" srcId="{384FF043-5351-4F8F-B3A8-499020E9CA85}" destId="{93820472-4266-4CD0-A366-2D5F75E4213A}" srcOrd="1" destOrd="0" parTransId="{808082E0-E041-4572-BFFD-0F5BDC396C8B}" sibTransId="{3DFB720F-9195-4983-A9B9-71321A05D542}"/>
    <dgm:cxn modelId="{68135B20-AEAC-470C-9BA2-FBA0E5620BD5}" srcId="{384FF043-5351-4F8F-B3A8-499020E9CA85}" destId="{9141C65F-3611-41B1-8FD0-B18C45E663ED}" srcOrd="0" destOrd="0" parTransId="{69183E7A-9ABF-41FF-B628-C6B0999FDBC8}" sibTransId="{5FFC0BE9-9E1B-4A25-8EEB-9D1CEB5D4781}"/>
    <dgm:cxn modelId="{88CBC325-7137-4291-B2C5-F8ED06A62209}" type="presOf" srcId="{384FF043-5351-4F8F-B3A8-499020E9CA85}" destId="{0C0D0B6E-09DC-486B-B51B-43626EE6ACC7}" srcOrd="0" destOrd="0" presId="urn:microsoft.com/office/officeart/2018/2/layout/IconVerticalSolidList"/>
    <dgm:cxn modelId="{CD50A640-ADF6-4B0D-8871-842A701E2394}" srcId="{384FF043-5351-4F8F-B3A8-499020E9CA85}" destId="{3795EF6C-2D0A-4015-9B0D-A2C66E07EB66}" srcOrd="3" destOrd="0" parTransId="{56236CA6-EAC4-44C8-95AA-7F155E077278}" sibTransId="{3C9313E4-3B47-4191-882F-2384BBB09948}"/>
    <dgm:cxn modelId="{EF202C5C-F704-46ED-A9CB-55E6B763A117}" type="presOf" srcId="{58E7CAD3-F803-4CAA-BBBD-2568A51EFF41}" destId="{F4AD5242-05CE-46F0-97CC-E13C7F060494}" srcOrd="0" destOrd="0" presId="urn:microsoft.com/office/officeart/2018/2/layout/IconVerticalSolidList"/>
    <dgm:cxn modelId="{D4CE8B4F-C377-4288-B570-0A21B9439D6A}" type="presOf" srcId="{3795EF6C-2D0A-4015-9B0D-A2C66E07EB66}" destId="{D24A5BC9-9887-4417-881C-FB9F6CF07FBD}" srcOrd="0" destOrd="0" presId="urn:microsoft.com/office/officeart/2018/2/layout/IconVerticalSolidList"/>
    <dgm:cxn modelId="{0227D878-2642-4273-A32D-BBCBED9D4023}" type="presOf" srcId="{93820472-4266-4CD0-A366-2D5F75E4213A}" destId="{91292898-E20A-4970-94DF-7E5EC596FB01}" srcOrd="0" destOrd="0" presId="urn:microsoft.com/office/officeart/2018/2/layout/IconVerticalSolidList"/>
    <dgm:cxn modelId="{5C41A790-C1D6-45A4-8EFD-8CAB8C93F8F5}" type="presOf" srcId="{9141C65F-3611-41B1-8FD0-B18C45E663ED}" destId="{720BDFB8-BDDD-436E-954C-A480314AC671}" srcOrd="0" destOrd="0" presId="urn:microsoft.com/office/officeart/2018/2/layout/IconVerticalSolidList"/>
    <dgm:cxn modelId="{0E0877A4-95AE-4524-B5A5-032D8C743939}" type="presOf" srcId="{40050E21-2A4D-41A7-B635-9011747A8F8F}" destId="{550696DF-455A-4E62-9D63-C6744935C9F1}" srcOrd="0" destOrd="0" presId="urn:microsoft.com/office/officeart/2018/2/layout/IconVerticalSolidList"/>
    <dgm:cxn modelId="{41B59CB9-4545-416C-961B-A61DB6206A4D}" srcId="{384FF043-5351-4F8F-B3A8-499020E9CA85}" destId="{58E7CAD3-F803-4CAA-BBBD-2568A51EFF41}" srcOrd="2" destOrd="0" parTransId="{3BE14C4B-56A3-47D2-92C3-E5C8A1BA7C0C}" sibTransId="{BA0BDA17-6754-4417-B74A-2E0710987849}"/>
    <dgm:cxn modelId="{88EC12FD-8107-480E-A64F-FC4DE725F280}" srcId="{384FF043-5351-4F8F-B3A8-499020E9CA85}" destId="{40050E21-2A4D-41A7-B635-9011747A8F8F}" srcOrd="4" destOrd="0" parTransId="{2D909BE0-A2FD-4F01-9B8F-E85DF13E9B92}" sibTransId="{A3BF5244-968A-4A82-B048-2508BD9759AE}"/>
    <dgm:cxn modelId="{A1CD5923-FD70-4615-A53E-BADEA7CD9EB7}" type="presParOf" srcId="{0C0D0B6E-09DC-486B-B51B-43626EE6ACC7}" destId="{D3907857-0BEE-4DCF-8892-165EAF5A9A3B}" srcOrd="0" destOrd="0" presId="urn:microsoft.com/office/officeart/2018/2/layout/IconVerticalSolidList"/>
    <dgm:cxn modelId="{C1FCA5CE-1543-468B-9FA7-239E7932B064}" type="presParOf" srcId="{D3907857-0BEE-4DCF-8892-165EAF5A9A3B}" destId="{B3463D0F-29D7-453A-A1E9-B4C29841DA69}" srcOrd="0" destOrd="0" presId="urn:microsoft.com/office/officeart/2018/2/layout/IconVerticalSolidList"/>
    <dgm:cxn modelId="{6650C189-7B30-493D-92EE-40541308F34C}" type="presParOf" srcId="{D3907857-0BEE-4DCF-8892-165EAF5A9A3B}" destId="{BFEF19A1-D4F5-4675-9445-D3F51B6A1AB4}" srcOrd="1" destOrd="0" presId="urn:microsoft.com/office/officeart/2018/2/layout/IconVerticalSolidList"/>
    <dgm:cxn modelId="{4D955AD2-1B40-4563-8E98-33A53CC92B59}" type="presParOf" srcId="{D3907857-0BEE-4DCF-8892-165EAF5A9A3B}" destId="{06D79CF7-E440-467D-A229-DD4FE729FC99}" srcOrd="2" destOrd="0" presId="urn:microsoft.com/office/officeart/2018/2/layout/IconVerticalSolidList"/>
    <dgm:cxn modelId="{29A5F8BC-C9B9-434D-A61B-B8586391A82F}" type="presParOf" srcId="{D3907857-0BEE-4DCF-8892-165EAF5A9A3B}" destId="{720BDFB8-BDDD-436E-954C-A480314AC671}" srcOrd="3" destOrd="0" presId="urn:microsoft.com/office/officeart/2018/2/layout/IconVerticalSolidList"/>
    <dgm:cxn modelId="{89BC3B50-E451-4E3B-9375-AD7221000703}" type="presParOf" srcId="{0C0D0B6E-09DC-486B-B51B-43626EE6ACC7}" destId="{38401C46-5745-4A5B-9966-BAB5C29459BA}" srcOrd="1" destOrd="0" presId="urn:microsoft.com/office/officeart/2018/2/layout/IconVerticalSolidList"/>
    <dgm:cxn modelId="{D6FFBB90-DA52-4CC1-9BF1-8DBFA36E2B6D}" type="presParOf" srcId="{0C0D0B6E-09DC-486B-B51B-43626EE6ACC7}" destId="{1053A862-D59C-4429-961E-2EBA1A366F32}" srcOrd="2" destOrd="0" presId="urn:microsoft.com/office/officeart/2018/2/layout/IconVerticalSolidList"/>
    <dgm:cxn modelId="{52907757-1F39-42F1-839E-3D37886CAD5F}" type="presParOf" srcId="{1053A862-D59C-4429-961E-2EBA1A366F32}" destId="{2BB27E4F-4350-4740-B81D-5A9889A66BD6}" srcOrd="0" destOrd="0" presId="urn:microsoft.com/office/officeart/2018/2/layout/IconVerticalSolidList"/>
    <dgm:cxn modelId="{D3E9C1DB-6BD5-4DF0-9583-F11A48D896D3}" type="presParOf" srcId="{1053A862-D59C-4429-961E-2EBA1A366F32}" destId="{2E339738-992C-4DDD-B3F8-DF0943716757}" srcOrd="1" destOrd="0" presId="urn:microsoft.com/office/officeart/2018/2/layout/IconVerticalSolidList"/>
    <dgm:cxn modelId="{F266DDC4-2B8F-456B-8169-F9F07FD3E3C8}" type="presParOf" srcId="{1053A862-D59C-4429-961E-2EBA1A366F32}" destId="{399A0048-66B0-4950-97C8-48A42A0AD05D}" srcOrd="2" destOrd="0" presId="urn:microsoft.com/office/officeart/2018/2/layout/IconVerticalSolidList"/>
    <dgm:cxn modelId="{84290759-5F20-48BB-B5CA-975F3C5A053D}" type="presParOf" srcId="{1053A862-D59C-4429-961E-2EBA1A366F32}" destId="{91292898-E20A-4970-94DF-7E5EC596FB01}" srcOrd="3" destOrd="0" presId="urn:microsoft.com/office/officeart/2018/2/layout/IconVerticalSolidList"/>
    <dgm:cxn modelId="{06182004-9FA5-47FA-8443-EFBC2F07BB84}" type="presParOf" srcId="{0C0D0B6E-09DC-486B-B51B-43626EE6ACC7}" destId="{4DC80769-5A10-40B6-A839-CEA9579191A5}" srcOrd="3" destOrd="0" presId="urn:microsoft.com/office/officeart/2018/2/layout/IconVerticalSolidList"/>
    <dgm:cxn modelId="{74CDD7B2-B977-449F-97C6-230BFEA54075}" type="presParOf" srcId="{0C0D0B6E-09DC-486B-B51B-43626EE6ACC7}" destId="{298450D8-F1DB-404B-95F7-DA072731C83F}" srcOrd="4" destOrd="0" presId="urn:microsoft.com/office/officeart/2018/2/layout/IconVerticalSolidList"/>
    <dgm:cxn modelId="{E3E1E7C4-673C-47B3-AAA8-096216C516E7}" type="presParOf" srcId="{298450D8-F1DB-404B-95F7-DA072731C83F}" destId="{A61ED87C-A726-4346-8DD8-F2C4236164F1}" srcOrd="0" destOrd="0" presId="urn:microsoft.com/office/officeart/2018/2/layout/IconVerticalSolidList"/>
    <dgm:cxn modelId="{17669DDE-A01D-4F97-A552-BC3CE2D85DF0}" type="presParOf" srcId="{298450D8-F1DB-404B-95F7-DA072731C83F}" destId="{2CF15388-E434-41CC-928C-819F4B4073FF}" srcOrd="1" destOrd="0" presId="urn:microsoft.com/office/officeart/2018/2/layout/IconVerticalSolidList"/>
    <dgm:cxn modelId="{D1E03B87-E1AF-4842-AF03-7CD4E234FDC8}" type="presParOf" srcId="{298450D8-F1DB-404B-95F7-DA072731C83F}" destId="{A64622C3-8425-4E0A-ABBC-732FED99D78A}" srcOrd="2" destOrd="0" presId="urn:microsoft.com/office/officeart/2018/2/layout/IconVerticalSolidList"/>
    <dgm:cxn modelId="{DD1BC2BA-A206-454A-83C8-A51845B13CEC}" type="presParOf" srcId="{298450D8-F1DB-404B-95F7-DA072731C83F}" destId="{F4AD5242-05CE-46F0-97CC-E13C7F060494}" srcOrd="3" destOrd="0" presId="urn:microsoft.com/office/officeart/2018/2/layout/IconVerticalSolidList"/>
    <dgm:cxn modelId="{F5AB305C-0E61-4862-90E1-0609C435F6C5}" type="presParOf" srcId="{0C0D0B6E-09DC-486B-B51B-43626EE6ACC7}" destId="{A066C961-9048-42C0-B8C9-82D80FD7CDBD}" srcOrd="5" destOrd="0" presId="urn:microsoft.com/office/officeart/2018/2/layout/IconVerticalSolidList"/>
    <dgm:cxn modelId="{0AE78F81-7D5A-4652-97B8-56D2762F0986}" type="presParOf" srcId="{0C0D0B6E-09DC-486B-B51B-43626EE6ACC7}" destId="{19B5B840-E16F-490A-ABCD-F4F0AF9E5639}" srcOrd="6" destOrd="0" presId="urn:microsoft.com/office/officeart/2018/2/layout/IconVerticalSolidList"/>
    <dgm:cxn modelId="{FA682764-7BA6-4717-AF49-E46E38DB09A5}" type="presParOf" srcId="{19B5B840-E16F-490A-ABCD-F4F0AF9E5639}" destId="{7F2FDE3B-EAAB-492A-8A29-106BE93EA3A2}" srcOrd="0" destOrd="0" presId="urn:microsoft.com/office/officeart/2018/2/layout/IconVerticalSolidList"/>
    <dgm:cxn modelId="{99C4A25A-E347-43FB-A099-F544A5F18B7F}" type="presParOf" srcId="{19B5B840-E16F-490A-ABCD-F4F0AF9E5639}" destId="{19719557-C6EF-4BC2-8F64-301F67F35297}" srcOrd="1" destOrd="0" presId="urn:microsoft.com/office/officeart/2018/2/layout/IconVerticalSolidList"/>
    <dgm:cxn modelId="{6109FC8C-5E70-4FEF-A1A0-EC3AAD93F877}" type="presParOf" srcId="{19B5B840-E16F-490A-ABCD-F4F0AF9E5639}" destId="{B1B4A018-E272-41D1-A1AC-CA1DC41AF0EA}" srcOrd="2" destOrd="0" presId="urn:microsoft.com/office/officeart/2018/2/layout/IconVerticalSolidList"/>
    <dgm:cxn modelId="{DC0EDA66-599A-4DE4-B10C-FE3E67D9A65D}" type="presParOf" srcId="{19B5B840-E16F-490A-ABCD-F4F0AF9E5639}" destId="{D24A5BC9-9887-4417-881C-FB9F6CF07FBD}" srcOrd="3" destOrd="0" presId="urn:microsoft.com/office/officeart/2018/2/layout/IconVerticalSolidList"/>
    <dgm:cxn modelId="{7888C485-43BB-466B-A975-A55EEECDA99F}" type="presParOf" srcId="{0C0D0B6E-09DC-486B-B51B-43626EE6ACC7}" destId="{D22E7FA9-D8C4-4BB9-94D5-D4BE2E1D6C42}" srcOrd="7" destOrd="0" presId="urn:microsoft.com/office/officeart/2018/2/layout/IconVerticalSolidList"/>
    <dgm:cxn modelId="{2C56D44B-F84B-4878-B6A6-9DE14D093A0A}" type="presParOf" srcId="{0C0D0B6E-09DC-486B-B51B-43626EE6ACC7}" destId="{EF3D687C-416E-49BD-8BB7-7042C0E0CB28}" srcOrd="8" destOrd="0" presId="urn:microsoft.com/office/officeart/2018/2/layout/IconVerticalSolidList"/>
    <dgm:cxn modelId="{14F8AAA1-51AA-4724-94C3-4B7AB38C4CC7}" type="presParOf" srcId="{EF3D687C-416E-49BD-8BB7-7042C0E0CB28}" destId="{43690E81-B401-49E0-8684-CB33B1C26560}" srcOrd="0" destOrd="0" presId="urn:microsoft.com/office/officeart/2018/2/layout/IconVerticalSolidList"/>
    <dgm:cxn modelId="{512E7071-6332-4087-BC71-AD03496B75B4}" type="presParOf" srcId="{EF3D687C-416E-49BD-8BB7-7042C0E0CB28}" destId="{29530FB7-BEAD-4099-A861-14703F61BDBE}" srcOrd="1" destOrd="0" presId="urn:microsoft.com/office/officeart/2018/2/layout/IconVerticalSolidList"/>
    <dgm:cxn modelId="{8CADF407-C0F0-4FF1-8534-7B1E84DCDB75}" type="presParOf" srcId="{EF3D687C-416E-49BD-8BB7-7042C0E0CB28}" destId="{F2C0089C-2057-4379-836D-5938F0D1C691}" srcOrd="2" destOrd="0" presId="urn:microsoft.com/office/officeart/2018/2/layout/IconVerticalSolidList"/>
    <dgm:cxn modelId="{02354839-A80B-4D18-B803-3A5D9ACC509D}" type="presParOf" srcId="{EF3D687C-416E-49BD-8BB7-7042C0E0CB28}" destId="{550696DF-455A-4E62-9D63-C6744935C9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63BD49-2AFC-4A09-88E3-6453901D8BAE}" type="doc">
      <dgm:prSet loTypeId="urn:microsoft.com/office/officeart/2005/8/layout/hierarchy1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4C1C275-B69A-4ED4-9FF4-882F8E80C8CC}">
      <dgm:prSet/>
      <dgm:spPr/>
      <dgm:t>
        <a:bodyPr/>
        <a:lstStyle/>
        <a:p>
          <a:r>
            <a:rPr lang="en-PK" i="0" baseline="0"/>
            <a:t>EEG-based depression detection is challenging due to signal complexity</a:t>
          </a:r>
          <a:endParaRPr lang="en-US"/>
        </a:p>
      </dgm:t>
    </dgm:pt>
    <dgm:pt modelId="{E95FC5A7-E1A1-489C-B574-5ABF600F2E99}" type="parTrans" cxnId="{5643BD7D-E511-4E17-8CB0-8368451E8E6D}">
      <dgm:prSet/>
      <dgm:spPr/>
      <dgm:t>
        <a:bodyPr/>
        <a:lstStyle/>
        <a:p>
          <a:endParaRPr lang="en-US"/>
        </a:p>
      </dgm:t>
    </dgm:pt>
    <dgm:pt modelId="{7143FBAC-A52A-42AC-930C-E21C196151A5}" type="sibTrans" cxnId="{5643BD7D-E511-4E17-8CB0-8368451E8E6D}">
      <dgm:prSet/>
      <dgm:spPr/>
      <dgm:t>
        <a:bodyPr/>
        <a:lstStyle/>
        <a:p>
          <a:endParaRPr lang="en-US"/>
        </a:p>
      </dgm:t>
    </dgm:pt>
    <dgm:pt modelId="{640D4ED9-5195-429D-AB23-E65BEFA9E7F7}">
      <dgm:prSet/>
      <dgm:spPr/>
      <dgm:t>
        <a:bodyPr/>
        <a:lstStyle/>
        <a:p>
          <a:r>
            <a:rPr lang="en-PK" i="0" baseline="0"/>
            <a:t>EEG signals are noisy, non-stationary, and high-dimensional</a:t>
          </a:r>
          <a:endParaRPr lang="en-US"/>
        </a:p>
      </dgm:t>
    </dgm:pt>
    <dgm:pt modelId="{3A93E4D3-D16C-4D8E-B8BE-3FDFFA24D50D}" type="parTrans" cxnId="{C0A3313A-0182-4F64-A4B8-6C58ED8E1E3D}">
      <dgm:prSet/>
      <dgm:spPr/>
      <dgm:t>
        <a:bodyPr/>
        <a:lstStyle/>
        <a:p>
          <a:endParaRPr lang="en-US"/>
        </a:p>
      </dgm:t>
    </dgm:pt>
    <dgm:pt modelId="{E8C60690-8497-45EC-ADCE-F8B39FF6C066}" type="sibTrans" cxnId="{C0A3313A-0182-4F64-A4B8-6C58ED8E1E3D}">
      <dgm:prSet/>
      <dgm:spPr/>
      <dgm:t>
        <a:bodyPr/>
        <a:lstStyle/>
        <a:p>
          <a:endParaRPr lang="en-US"/>
        </a:p>
      </dgm:t>
    </dgm:pt>
    <dgm:pt modelId="{6C89C9CD-BE95-48E8-8E4D-5EE67E4F4808}">
      <dgm:prSet/>
      <dgm:spPr/>
      <dgm:t>
        <a:bodyPr/>
        <a:lstStyle/>
        <a:p>
          <a:r>
            <a:rPr lang="en-PK" i="0" baseline="0"/>
            <a:t>Existing models struggle to capture global brain interactions effectively</a:t>
          </a:r>
          <a:endParaRPr lang="en-US"/>
        </a:p>
      </dgm:t>
    </dgm:pt>
    <dgm:pt modelId="{787C5A14-1B8B-4FB7-802C-A41EB031F01A}" type="parTrans" cxnId="{A1ABA75E-E247-48BB-B59D-0479DFD3AB9C}">
      <dgm:prSet/>
      <dgm:spPr/>
      <dgm:t>
        <a:bodyPr/>
        <a:lstStyle/>
        <a:p>
          <a:endParaRPr lang="en-US"/>
        </a:p>
      </dgm:t>
    </dgm:pt>
    <dgm:pt modelId="{87A0352C-9B82-4861-9AF5-2F9DBF5E4B8A}" type="sibTrans" cxnId="{A1ABA75E-E247-48BB-B59D-0479DFD3AB9C}">
      <dgm:prSet/>
      <dgm:spPr/>
      <dgm:t>
        <a:bodyPr/>
        <a:lstStyle/>
        <a:p>
          <a:endParaRPr lang="en-US"/>
        </a:p>
      </dgm:t>
    </dgm:pt>
    <dgm:pt modelId="{7A875BC1-7F76-4212-8F00-80BC60EA5988}" type="pres">
      <dgm:prSet presAssocID="{7863BD49-2AFC-4A09-88E3-6453901D8BA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277A3C-F5D3-4DFB-A378-B5530918CA01}" type="pres">
      <dgm:prSet presAssocID="{E4C1C275-B69A-4ED4-9FF4-882F8E80C8CC}" presName="hierRoot1" presStyleCnt="0"/>
      <dgm:spPr/>
    </dgm:pt>
    <dgm:pt modelId="{B91CA8BD-047C-4D27-A8B1-7830D26DC346}" type="pres">
      <dgm:prSet presAssocID="{E4C1C275-B69A-4ED4-9FF4-882F8E80C8CC}" presName="composite" presStyleCnt="0"/>
      <dgm:spPr/>
    </dgm:pt>
    <dgm:pt modelId="{B26BBCF9-6A28-44FC-B77C-D3782B390299}" type="pres">
      <dgm:prSet presAssocID="{E4C1C275-B69A-4ED4-9FF4-882F8E80C8CC}" presName="background" presStyleLbl="node0" presStyleIdx="0" presStyleCnt="3"/>
      <dgm:spPr/>
    </dgm:pt>
    <dgm:pt modelId="{8DC4F7BA-406D-4F91-95C7-CB8C33A3026D}" type="pres">
      <dgm:prSet presAssocID="{E4C1C275-B69A-4ED4-9FF4-882F8E80C8CC}" presName="text" presStyleLbl="fgAcc0" presStyleIdx="0" presStyleCnt="3">
        <dgm:presLayoutVars>
          <dgm:chPref val="3"/>
        </dgm:presLayoutVars>
      </dgm:prSet>
      <dgm:spPr/>
    </dgm:pt>
    <dgm:pt modelId="{4DFF2304-0099-41C3-8296-B8D862136B27}" type="pres">
      <dgm:prSet presAssocID="{E4C1C275-B69A-4ED4-9FF4-882F8E80C8CC}" presName="hierChild2" presStyleCnt="0"/>
      <dgm:spPr/>
    </dgm:pt>
    <dgm:pt modelId="{DB0132E0-36BB-4A1A-8841-5E66921DBE78}" type="pres">
      <dgm:prSet presAssocID="{640D4ED9-5195-429D-AB23-E65BEFA9E7F7}" presName="hierRoot1" presStyleCnt="0"/>
      <dgm:spPr/>
    </dgm:pt>
    <dgm:pt modelId="{519CCE09-1099-4EEB-95B6-642AEA41029E}" type="pres">
      <dgm:prSet presAssocID="{640D4ED9-5195-429D-AB23-E65BEFA9E7F7}" presName="composite" presStyleCnt="0"/>
      <dgm:spPr/>
    </dgm:pt>
    <dgm:pt modelId="{1647463C-4A45-4FB1-833E-0FDE34BE94A7}" type="pres">
      <dgm:prSet presAssocID="{640D4ED9-5195-429D-AB23-E65BEFA9E7F7}" presName="background" presStyleLbl="node0" presStyleIdx="1" presStyleCnt="3"/>
      <dgm:spPr/>
    </dgm:pt>
    <dgm:pt modelId="{CE4256EC-2E3A-40A7-9ABF-7F1FCCEAB076}" type="pres">
      <dgm:prSet presAssocID="{640D4ED9-5195-429D-AB23-E65BEFA9E7F7}" presName="text" presStyleLbl="fgAcc0" presStyleIdx="1" presStyleCnt="3">
        <dgm:presLayoutVars>
          <dgm:chPref val="3"/>
        </dgm:presLayoutVars>
      </dgm:prSet>
      <dgm:spPr/>
    </dgm:pt>
    <dgm:pt modelId="{3C877B2D-50B8-4490-B915-EB0ADDA7255D}" type="pres">
      <dgm:prSet presAssocID="{640D4ED9-5195-429D-AB23-E65BEFA9E7F7}" presName="hierChild2" presStyleCnt="0"/>
      <dgm:spPr/>
    </dgm:pt>
    <dgm:pt modelId="{86207214-0081-40CF-B1B8-7267B772200D}" type="pres">
      <dgm:prSet presAssocID="{6C89C9CD-BE95-48E8-8E4D-5EE67E4F4808}" presName="hierRoot1" presStyleCnt="0"/>
      <dgm:spPr/>
    </dgm:pt>
    <dgm:pt modelId="{2DFDC636-278A-4EF4-AABE-7A6633936BD9}" type="pres">
      <dgm:prSet presAssocID="{6C89C9CD-BE95-48E8-8E4D-5EE67E4F4808}" presName="composite" presStyleCnt="0"/>
      <dgm:spPr/>
    </dgm:pt>
    <dgm:pt modelId="{402CE6D9-8334-46F1-AC86-A0EF34F494B4}" type="pres">
      <dgm:prSet presAssocID="{6C89C9CD-BE95-48E8-8E4D-5EE67E4F4808}" presName="background" presStyleLbl="node0" presStyleIdx="2" presStyleCnt="3"/>
      <dgm:spPr/>
    </dgm:pt>
    <dgm:pt modelId="{E476630D-D98B-4706-9FCE-B099D5FE3205}" type="pres">
      <dgm:prSet presAssocID="{6C89C9CD-BE95-48E8-8E4D-5EE67E4F4808}" presName="text" presStyleLbl="fgAcc0" presStyleIdx="2" presStyleCnt="3">
        <dgm:presLayoutVars>
          <dgm:chPref val="3"/>
        </dgm:presLayoutVars>
      </dgm:prSet>
      <dgm:spPr/>
    </dgm:pt>
    <dgm:pt modelId="{281AAF5D-840D-4760-B503-AA0CB408800A}" type="pres">
      <dgm:prSet presAssocID="{6C89C9CD-BE95-48E8-8E4D-5EE67E4F4808}" presName="hierChild2" presStyleCnt="0"/>
      <dgm:spPr/>
    </dgm:pt>
  </dgm:ptLst>
  <dgm:cxnLst>
    <dgm:cxn modelId="{482B8D1F-199C-46CB-8C70-4602FA22F5B5}" type="presOf" srcId="{6C89C9CD-BE95-48E8-8E4D-5EE67E4F4808}" destId="{E476630D-D98B-4706-9FCE-B099D5FE3205}" srcOrd="0" destOrd="0" presId="urn:microsoft.com/office/officeart/2005/8/layout/hierarchy1"/>
    <dgm:cxn modelId="{C0A3313A-0182-4F64-A4B8-6C58ED8E1E3D}" srcId="{7863BD49-2AFC-4A09-88E3-6453901D8BAE}" destId="{640D4ED9-5195-429D-AB23-E65BEFA9E7F7}" srcOrd="1" destOrd="0" parTransId="{3A93E4D3-D16C-4D8E-B8BE-3FDFFA24D50D}" sibTransId="{E8C60690-8497-45EC-ADCE-F8B39FF6C066}"/>
    <dgm:cxn modelId="{A1ABA75E-E247-48BB-B59D-0479DFD3AB9C}" srcId="{7863BD49-2AFC-4A09-88E3-6453901D8BAE}" destId="{6C89C9CD-BE95-48E8-8E4D-5EE67E4F4808}" srcOrd="2" destOrd="0" parTransId="{787C5A14-1B8B-4FB7-802C-A41EB031F01A}" sibTransId="{87A0352C-9B82-4861-9AF5-2F9DBF5E4B8A}"/>
    <dgm:cxn modelId="{ED372C50-95DF-44D5-8C5C-2D93823A801D}" type="presOf" srcId="{7863BD49-2AFC-4A09-88E3-6453901D8BAE}" destId="{7A875BC1-7F76-4212-8F00-80BC60EA5988}" srcOrd="0" destOrd="0" presId="urn:microsoft.com/office/officeart/2005/8/layout/hierarchy1"/>
    <dgm:cxn modelId="{5643BD7D-E511-4E17-8CB0-8368451E8E6D}" srcId="{7863BD49-2AFC-4A09-88E3-6453901D8BAE}" destId="{E4C1C275-B69A-4ED4-9FF4-882F8E80C8CC}" srcOrd="0" destOrd="0" parTransId="{E95FC5A7-E1A1-489C-B574-5ABF600F2E99}" sibTransId="{7143FBAC-A52A-42AC-930C-E21C196151A5}"/>
    <dgm:cxn modelId="{906EFCCF-31E2-4DBD-ACE5-8A8BB912FE49}" type="presOf" srcId="{E4C1C275-B69A-4ED4-9FF4-882F8E80C8CC}" destId="{8DC4F7BA-406D-4F91-95C7-CB8C33A3026D}" srcOrd="0" destOrd="0" presId="urn:microsoft.com/office/officeart/2005/8/layout/hierarchy1"/>
    <dgm:cxn modelId="{679256F3-7349-4803-A7DE-F687F25002EB}" type="presOf" srcId="{640D4ED9-5195-429D-AB23-E65BEFA9E7F7}" destId="{CE4256EC-2E3A-40A7-9ABF-7F1FCCEAB076}" srcOrd="0" destOrd="0" presId="urn:microsoft.com/office/officeart/2005/8/layout/hierarchy1"/>
    <dgm:cxn modelId="{DAC8C20C-B108-402E-A040-BCA674985138}" type="presParOf" srcId="{7A875BC1-7F76-4212-8F00-80BC60EA5988}" destId="{14277A3C-F5D3-4DFB-A378-B5530918CA01}" srcOrd="0" destOrd="0" presId="urn:microsoft.com/office/officeart/2005/8/layout/hierarchy1"/>
    <dgm:cxn modelId="{ED773892-7217-4A7E-911C-668E559FBD9C}" type="presParOf" srcId="{14277A3C-F5D3-4DFB-A378-B5530918CA01}" destId="{B91CA8BD-047C-4D27-A8B1-7830D26DC346}" srcOrd="0" destOrd="0" presId="urn:microsoft.com/office/officeart/2005/8/layout/hierarchy1"/>
    <dgm:cxn modelId="{763E3885-2273-4F0F-8909-F7BFF9364F33}" type="presParOf" srcId="{B91CA8BD-047C-4D27-A8B1-7830D26DC346}" destId="{B26BBCF9-6A28-44FC-B77C-D3782B390299}" srcOrd="0" destOrd="0" presId="urn:microsoft.com/office/officeart/2005/8/layout/hierarchy1"/>
    <dgm:cxn modelId="{493CEDC4-2D00-482F-9914-73EEA10AE3A5}" type="presParOf" srcId="{B91CA8BD-047C-4D27-A8B1-7830D26DC346}" destId="{8DC4F7BA-406D-4F91-95C7-CB8C33A3026D}" srcOrd="1" destOrd="0" presId="urn:microsoft.com/office/officeart/2005/8/layout/hierarchy1"/>
    <dgm:cxn modelId="{3A120EFA-0F27-4128-A62E-54D50D2F1259}" type="presParOf" srcId="{14277A3C-F5D3-4DFB-A378-B5530918CA01}" destId="{4DFF2304-0099-41C3-8296-B8D862136B27}" srcOrd="1" destOrd="0" presId="urn:microsoft.com/office/officeart/2005/8/layout/hierarchy1"/>
    <dgm:cxn modelId="{12F06C9D-9125-43B5-9D87-4298311610A8}" type="presParOf" srcId="{7A875BC1-7F76-4212-8F00-80BC60EA5988}" destId="{DB0132E0-36BB-4A1A-8841-5E66921DBE78}" srcOrd="1" destOrd="0" presId="urn:microsoft.com/office/officeart/2005/8/layout/hierarchy1"/>
    <dgm:cxn modelId="{5ABDD3C4-513A-4779-8F2C-1893E13DB57A}" type="presParOf" srcId="{DB0132E0-36BB-4A1A-8841-5E66921DBE78}" destId="{519CCE09-1099-4EEB-95B6-642AEA41029E}" srcOrd="0" destOrd="0" presId="urn:microsoft.com/office/officeart/2005/8/layout/hierarchy1"/>
    <dgm:cxn modelId="{8AB39D61-C5B0-45B4-9F70-9B44F72B29AE}" type="presParOf" srcId="{519CCE09-1099-4EEB-95B6-642AEA41029E}" destId="{1647463C-4A45-4FB1-833E-0FDE34BE94A7}" srcOrd="0" destOrd="0" presId="urn:microsoft.com/office/officeart/2005/8/layout/hierarchy1"/>
    <dgm:cxn modelId="{B715FB2F-7CD5-413B-8313-CA5D14D1C5F0}" type="presParOf" srcId="{519CCE09-1099-4EEB-95B6-642AEA41029E}" destId="{CE4256EC-2E3A-40A7-9ABF-7F1FCCEAB076}" srcOrd="1" destOrd="0" presId="urn:microsoft.com/office/officeart/2005/8/layout/hierarchy1"/>
    <dgm:cxn modelId="{4A291689-1850-48AD-B3F5-E2E661D63379}" type="presParOf" srcId="{DB0132E0-36BB-4A1A-8841-5E66921DBE78}" destId="{3C877B2D-50B8-4490-B915-EB0ADDA7255D}" srcOrd="1" destOrd="0" presId="urn:microsoft.com/office/officeart/2005/8/layout/hierarchy1"/>
    <dgm:cxn modelId="{3E97BB00-1911-4425-B4AE-FA971B6F2593}" type="presParOf" srcId="{7A875BC1-7F76-4212-8F00-80BC60EA5988}" destId="{86207214-0081-40CF-B1B8-7267B772200D}" srcOrd="2" destOrd="0" presId="urn:microsoft.com/office/officeart/2005/8/layout/hierarchy1"/>
    <dgm:cxn modelId="{CA397A40-762C-42F1-B443-CA7FFDE61097}" type="presParOf" srcId="{86207214-0081-40CF-B1B8-7267B772200D}" destId="{2DFDC636-278A-4EF4-AABE-7A6633936BD9}" srcOrd="0" destOrd="0" presId="urn:microsoft.com/office/officeart/2005/8/layout/hierarchy1"/>
    <dgm:cxn modelId="{D4F5ECD3-7BEB-4842-A01F-4FF36A6B36CE}" type="presParOf" srcId="{2DFDC636-278A-4EF4-AABE-7A6633936BD9}" destId="{402CE6D9-8334-46F1-AC86-A0EF34F494B4}" srcOrd="0" destOrd="0" presId="urn:microsoft.com/office/officeart/2005/8/layout/hierarchy1"/>
    <dgm:cxn modelId="{27750063-1427-4CEC-9B23-48976E747919}" type="presParOf" srcId="{2DFDC636-278A-4EF4-AABE-7A6633936BD9}" destId="{E476630D-D98B-4706-9FCE-B099D5FE3205}" srcOrd="1" destOrd="0" presId="urn:microsoft.com/office/officeart/2005/8/layout/hierarchy1"/>
    <dgm:cxn modelId="{C6CD86F5-3A0E-4F96-A0CD-1A86CA309AF8}" type="presParOf" srcId="{86207214-0081-40CF-B1B8-7267B772200D}" destId="{281AAF5D-840D-4760-B503-AA0CB40880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89AF77-D4EC-4596-8748-3A91645E5824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91C5297-A8E5-4487-9F4C-E1DC8E5D998B}">
      <dgm:prSet custT="1"/>
      <dgm:spPr/>
      <dgm:t>
        <a:bodyPr/>
        <a:lstStyle/>
        <a:p>
          <a:r>
            <a:rPr lang="en-US" sz="2400" b="0" i="0" dirty="0"/>
            <a:t>To develop EEG model for accurate detection of affective states and estimation of depression detection.</a:t>
          </a:r>
          <a:endParaRPr lang="en-US" sz="2400" dirty="0"/>
        </a:p>
      </dgm:t>
    </dgm:pt>
    <dgm:pt modelId="{A435C027-15B0-401C-B5FE-E08E49F58FC0}" type="parTrans" cxnId="{00C06383-A606-49A3-8266-98FF778DE12B}">
      <dgm:prSet/>
      <dgm:spPr/>
      <dgm:t>
        <a:bodyPr/>
        <a:lstStyle/>
        <a:p>
          <a:endParaRPr lang="en-US"/>
        </a:p>
      </dgm:t>
    </dgm:pt>
    <dgm:pt modelId="{165272E1-AD8C-4414-ABC7-B23E7F3CBF6C}" type="sibTrans" cxnId="{00C06383-A606-49A3-8266-98FF778DE12B}">
      <dgm:prSet/>
      <dgm:spPr/>
      <dgm:t>
        <a:bodyPr/>
        <a:lstStyle/>
        <a:p>
          <a:endParaRPr lang="en-US"/>
        </a:p>
      </dgm:t>
    </dgm:pt>
    <dgm:pt modelId="{8203C488-E039-4A26-9EA7-75F3840426FB}">
      <dgm:prSet custT="1"/>
      <dgm:spPr/>
      <dgm:t>
        <a:bodyPr/>
        <a:lstStyle/>
        <a:p>
          <a:r>
            <a:rPr lang="en-US" sz="2400" b="0" i="0" dirty="0"/>
            <a:t>To identify and extract discriminative EEG patterns.</a:t>
          </a:r>
          <a:endParaRPr lang="en-US" sz="2400" dirty="0"/>
        </a:p>
      </dgm:t>
    </dgm:pt>
    <dgm:pt modelId="{A641C6C8-DFB5-4D62-A829-311CB0A10DC5}" type="parTrans" cxnId="{8F28A4F1-54AB-4221-A1A8-33CE1412D85A}">
      <dgm:prSet/>
      <dgm:spPr/>
      <dgm:t>
        <a:bodyPr/>
        <a:lstStyle/>
        <a:p>
          <a:endParaRPr lang="en-US"/>
        </a:p>
      </dgm:t>
    </dgm:pt>
    <dgm:pt modelId="{7E1DE7BA-5765-4374-8EFE-498B4F8A9CFE}" type="sibTrans" cxnId="{8F28A4F1-54AB-4221-A1A8-33CE1412D85A}">
      <dgm:prSet/>
      <dgm:spPr/>
      <dgm:t>
        <a:bodyPr/>
        <a:lstStyle/>
        <a:p>
          <a:endParaRPr lang="en-US"/>
        </a:p>
      </dgm:t>
    </dgm:pt>
    <dgm:pt modelId="{F8F66E58-173F-4B64-BD28-94B21BC6891B}">
      <dgm:prSet custT="1"/>
      <dgm:spPr/>
      <dgm:t>
        <a:bodyPr/>
        <a:lstStyle/>
        <a:p>
          <a:r>
            <a:rPr lang="en-US" sz="2400" b="0" i="0" dirty="0"/>
            <a:t>To evaluate the performance of machine learning and deep learning approaches for clinical applicability.</a:t>
          </a:r>
          <a:endParaRPr lang="en-US" sz="2400" dirty="0"/>
        </a:p>
      </dgm:t>
    </dgm:pt>
    <dgm:pt modelId="{49CE4B27-02F5-4D0C-A1A9-181C62E82196}" type="parTrans" cxnId="{A8623E64-405C-421F-90AE-DDEB86644280}">
      <dgm:prSet/>
      <dgm:spPr/>
      <dgm:t>
        <a:bodyPr/>
        <a:lstStyle/>
        <a:p>
          <a:endParaRPr lang="en-US"/>
        </a:p>
      </dgm:t>
    </dgm:pt>
    <dgm:pt modelId="{5A79CE18-5440-44C1-959D-68614CBA04BF}" type="sibTrans" cxnId="{A8623E64-405C-421F-90AE-DDEB86644280}">
      <dgm:prSet/>
      <dgm:spPr/>
      <dgm:t>
        <a:bodyPr/>
        <a:lstStyle/>
        <a:p>
          <a:endParaRPr lang="en-US"/>
        </a:p>
      </dgm:t>
    </dgm:pt>
    <dgm:pt modelId="{40F0D7A7-A858-4000-A9A4-765A30B3DE89}" type="pres">
      <dgm:prSet presAssocID="{B389AF77-D4EC-4596-8748-3A91645E5824}" presName="vert0" presStyleCnt="0">
        <dgm:presLayoutVars>
          <dgm:dir/>
          <dgm:animOne val="branch"/>
          <dgm:animLvl val="lvl"/>
        </dgm:presLayoutVars>
      </dgm:prSet>
      <dgm:spPr/>
    </dgm:pt>
    <dgm:pt modelId="{48B8561A-7C58-4C81-930B-0CD14D4EDA79}" type="pres">
      <dgm:prSet presAssocID="{F91C5297-A8E5-4487-9F4C-E1DC8E5D998B}" presName="thickLine" presStyleLbl="alignNode1" presStyleIdx="0" presStyleCnt="3"/>
      <dgm:spPr/>
    </dgm:pt>
    <dgm:pt modelId="{58324927-E74C-4900-A742-116EFDA1ED00}" type="pres">
      <dgm:prSet presAssocID="{F91C5297-A8E5-4487-9F4C-E1DC8E5D998B}" presName="horz1" presStyleCnt="0"/>
      <dgm:spPr/>
    </dgm:pt>
    <dgm:pt modelId="{7B012B19-716F-4069-88AE-C3987F6FD432}" type="pres">
      <dgm:prSet presAssocID="{F91C5297-A8E5-4487-9F4C-E1DC8E5D998B}" presName="tx1" presStyleLbl="revTx" presStyleIdx="0" presStyleCnt="3"/>
      <dgm:spPr/>
    </dgm:pt>
    <dgm:pt modelId="{A213B08A-BD14-45B2-8626-9FE24D7B9773}" type="pres">
      <dgm:prSet presAssocID="{F91C5297-A8E5-4487-9F4C-E1DC8E5D998B}" presName="vert1" presStyleCnt="0"/>
      <dgm:spPr/>
    </dgm:pt>
    <dgm:pt modelId="{BF87CC97-1383-4F68-8A5B-F67BAF7A4CDA}" type="pres">
      <dgm:prSet presAssocID="{8203C488-E039-4A26-9EA7-75F3840426FB}" presName="thickLine" presStyleLbl="alignNode1" presStyleIdx="1" presStyleCnt="3"/>
      <dgm:spPr/>
    </dgm:pt>
    <dgm:pt modelId="{478E4FD9-3106-42F4-A970-592D1930B3B2}" type="pres">
      <dgm:prSet presAssocID="{8203C488-E039-4A26-9EA7-75F3840426FB}" presName="horz1" presStyleCnt="0"/>
      <dgm:spPr/>
    </dgm:pt>
    <dgm:pt modelId="{C51F52DA-9B8F-4B48-9605-38B72BE2710D}" type="pres">
      <dgm:prSet presAssocID="{8203C488-E039-4A26-9EA7-75F3840426FB}" presName="tx1" presStyleLbl="revTx" presStyleIdx="1" presStyleCnt="3"/>
      <dgm:spPr/>
    </dgm:pt>
    <dgm:pt modelId="{995462FD-CEE7-45CD-808D-AE6D92419A2A}" type="pres">
      <dgm:prSet presAssocID="{8203C488-E039-4A26-9EA7-75F3840426FB}" presName="vert1" presStyleCnt="0"/>
      <dgm:spPr/>
    </dgm:pt>
    <dgm:pt modelId="{22A82240-33B1-4960-A461-F4E85E22F7DC}" type="pres">
      <dgm:prSet presAssocID="{F8F66E58-173F-4B64-BD28-94B21BC6891B}" presName="thickLine" presStyleLbl="alignNode1" presStyleIdx="2" presStyleCnt="3"/>
      <dgm:spPr/>
    </dgm:pt>
    <dgm:pt modelId="{ED84EAB5-9DB8-43C1-A7EA-F90F4D3E8AA1}" type="pres">
      <dgm:prSet presAssocID="{F8F66E58-173F-4B64-BD28-94B21BC6891B}" presName="horz1" presStyleCnt="0"/>
      <dgm:spPr/>
    </dgm:pt>
    <dgm:pt modelId="{B7DE3234-5ADC-4F41-89B2-BE752C1A10D7}" type="pres">
      <dgm:prSet presAssocID="{F8F66E58-173F-4B64-BD28-94B21BC6891B}" presName="tx1" presStyleLbl="revTx" presStyleIdx="2" presStyleCnt="3"/>
      <dgm:spPr/>
    </dgm:pt>
    <dgm:pt modelId="{CF067D99-AE7C-47A1-B9A1-F7C5C540DDBC}" type="pres">
      <dgm:prSet presAssocID="{F8F66E58-173F-4B64-BD28-94B21BC6891B}" presName="vert1" presStyleCnt="0"/>
      <dgm:spPr/>
    </dgm:pt>
  </dgm:ptLst>
  <dgm:cxnLst>
    <dgm:cxn modelId="{62181B12-05A0-49BB-8151-5D78463E8ABD}" type="presOf" srcId="{F8F66E58-173F-4B64-BD28-94B21BC6891B}" destId="{B7DE3234-5ADC-4F41-89B2-BE752C1A10D7}" srcOrd="0" destOrd="0" presId="urn:microsoft.com/office/officeart/2008/layout/LinedList"/>
    <dgm:cxn modelId="{6EF94719-8A6A-4FD1-A8C6-C6FBB8B0EBBC}" type="presOf" srcId="{8203C488-E039-4A26-9EA7-75F3840426FB}" destId="{C51F52DA-9B8F-4B48-9605-38B72BE2710D}" srcOrd="0" destOrd="0" presId="urn:microsoft.com/office/officeart/2008/layout/LinedList"/>
    <dgm:cxn modelId="{A8623E64-405C-421F-90AE-DDEB86644280}" srcId="{B389AF77-D4EC-4596-8748-3A91645E5824}" destId="{F8F66E58-173F-4B64-BD28-94B21BC6891B}" srcOrd="2" destOrd="0" parTransId="{49CE4B27-02F5-4D0C-A1A9-181C62E82196}" sibTransId="{5A79CE18-5440-44C1-959D-68614CBA04BF}"/>
    <dgm:cxn modelId="{99701073-2556-4BB8-AA79-CB5FB7B9ECD0}" type="presOf" srcId="{F91C5297-A8E5-4487-9F4C-E1DC8E5D998B}" destId="{7B012B19-716F-4069-88AE-C3987F6FD432}" srcOrd="0" destOrd="0" presId="urn:microsoft.com/office/officeart/2008/layout/LinedList"/>
    <dgm:cxn modelId="{00C06383-A606-49A3-8266-98FF778DE12B}" srcId="{B389AF77-D4EC-4596-8748-3A91645E5824}" destId="{F91C5297-A8E5-4487-9F4C-E1DC8E5D998B}" srcOrd="0" destOrd="0" parTransId="{A435C027-15B0-401C-B5FE-E08E49F58FC0}" sibTransId="{165272E1-AD8C-4414-ABC7-B23E7F3CBF6C}"/>
    <dgm:cxn modelId="{8F28A4F1-54AB-4221-A1A8-33CE1412D85A}" srcId="{B389AF77-D4EC-4596-8748-3A91645E5824}" destId="{8203C488-E039-4A26-9EA7-75F3840426FB}" srcOrd="1" destOrd="0" parTransId="{A641C6C8-DFB5-4D62-A829-311CB0A10DC5}" sibTransId="{7E1DE7BA-5765-4374-8EFE-498B4F8A9CFE}"/>
    <dgm:cxn modelId="{7A3E18FA-2BBE-4C8F-BA7F-FA417EFECEA5}" type="presOf" srcId="{B389AF77-D4EC-4596-8748-3A91645E5824}" destId="{40F0D7A7-A858-4000-A9A4-765A30B3DE89}" srcOrd="0" destOrd="0" presId="urn:microsoft.com/office/officeart/2008/layout/LinedList"/>
    <dgm:cxn modelId="{3D4E6F82-005D-4A49-897E-1712B21F6A8A}" type="presParOf" srcId="{40F0D7A7-A858-4000-A9A4-765A30B3DE89}" destId="{48B8561A-7C58-4C81-930B-0CD14D4EDA79}" srcOrd="0" destOrd="0" presId="urn:microsoft.com/office/officeart/2008/layout/LinedList"/>
    <dgm:cxn modelId="{BEF7B111-A2F0-46B3-83A0-CFA2F9E518BA}" type="presParOf" srcId="{40F0D7A7-A858-4000-A9A4-765A30B3DE89}" destId="{58324927-E74C-4900-A742-116EFDA1ED00}" srcOrd="1" destOrd="0" presId="urn:microsoft.com/office/officeart/2008/layout/LinedList"/>
    <dgm:cxn modelId="{37CF691C-31A5-4557-80CD-4E86B2BDF974}" type="presParOf" srcId="{58324927-E74C-4900-A742-116EFDA1ED00}" destId="{7B012B19-716F-4069-88AE-C3987F6FD432}" srcOrd="0" destOrd="0" presId="urn:microsoft.com/office/officeart/2008/layout/LinedList"/>
    <dgm:cxn modelId="{34006C11-AB73-4292-9D94-C82CD6491392}" type="presParOf" srcId="{58324927-E74C-4900-A742-116EFDA1ED00}" destId="{A213B08A-BD14-45B2-8626-9FE24D7B9773}" srcOrd="1" destOrd="0" presId="urn:microsoft.com/office/officeart/2008/layout/LinedList"/>
    <dgm:cxn modelId="{86BDE316-F42B-4ECA-AFA1-E546E5EABD63}" type="presParOf" srcId="{40F0D7A7-A858-4000-A9A4-765A30B3DE89}" destId="{BF87CC97-1383-4F68-8A5B-F67BAF7A4CDA}" srcOrd="2" destOrd="0" presId="urn:microsoft.com/office/officeart/2008/layout/LinedList"/>
    <dgm:cxn modelId="{B52F74C6-78AD-43BF-BE78-810AF35C18FA}" type="presParOf" srcId="{40F0D7A7-A858-4000-A9A4-765A30B3DE89}" destId="{478E4FD9-3106-42F4-A970-592D1930B3B2}" srcOrd="3" destOrd="0" presId="urn:microsoft.com/office/officeart/2008/layout/LinedList"/>
    <dgm:cxn modelId="{2F136FE2-F775-4FEE-9651-749617CB8DC8}" type="presParOf" srcId="{478E4FD9-3106-42F4-A970-592D1930B3B2}" destId="{C51F52DA-9B8F-4B48-9605-38B72BE2710D}" srcOrd="0" destOrd="0" presId="urn:microsoft.com/office/officeart/2008/layout/LinedList"/>
    <dgm:cxn modelId="{DC491D09-9A0C-4B58-A96D-375A4BE64A1F}" type="presParOf" srcId="{478E4FD9-3106-42F4-A970-592D1930B3B2}" destId="{995462FD-CEE7-45CD-808D-AE6D92419A2A}" srcOrd="1" destOrd="0" presId="urn:microsoft.com/office/officeart/2008/layout/LinedList"/>
    <dgm:cxn modelId="{F952BED0-D050-41F9-BF36-2D743220D56C}" type="presParOf" srcId="{40F0D7A7-A858-4000-A9A4-765A30B3DE89}" destId="{22A82240-33B1-4960-A461-F4E85E22F7DC}" srcOrd="4" destOrd="0" presId="urn:microsoft.com/office/officeart/2008/layout/LinedList"/>
    <dgm:cxn modelId="{B28A09AC-E5AB-4809-A147-E727E666C585}" type="presParOf" srcId="{40F0D7A7-A858-4000-A9A4-765A30B3DE89}" destId="{ED84EAB5-9DB8-43C1-A7EA-F90F4D3E8AA1}" srcOrd="5" destOrd="0" presId="urn:microsoft.com/office/officeart/2008/layout/LinedList"/>
    <dgm:cxn modelId="{E615DF2E-2C81-4183-992A-CE3E091B52E3}" type="presParOf" srcId="{ED84EAB5-9DB8-43C1-A7EA-F90F4D3E8AA1}" destId="{B7DE3234-5ADC-4F41-89B2-BE752C1A10D7}" srcOrd="0" destOrd="0" presId="urn:microsoft.com/office/officeart/2008/layout/LinedList"/>
    <dgm:cxn modelId="{97587265-51AF-433D-9F8E-471B4EF27476}" type="presParOf" srcId="{ED84EAB5-9DB8-43C1-A7EA-F90F4D3E8AA1}" destId="{CF067D99-AE7C-47A1-B9A1-F7C5C540DDB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9A22C7-B55A-4311-976E-E7963116163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D62B90-A180-4533-B1F8-7BD5E545BD7D}">
      <dgm:prSet custT="1"/>
      <dgm:spPr/>
      <dgm:t>
        <a:bodyPr/>
        <a:lstStyle/>
        <a:p>
          <a:r>
            <a:rPr lang="en-PK" sz="2200" i="0" baseline="0" dirty="0"/>
            <a:t>Original EEG recordings contain 128 channels</a:t>
          </a:r>
          <a:endParaRPr lang="en-US" sz="2200" dirty="0"/>
        </a:p>
      </dgm:t>
    </dgm:pt>
    <dgm:pt modelId="{1B634BD3-0729-4524-9058-C45227BC916D}" type="parTrans" cxnId="{6F6C8656-AF86-465E-9441-E856E5D7BC5D}">
      <dgm:prSet/>
      <dgm:spPr/>
      <dgm:t>
        <a:bodyPr/>
        <a:lstStyle/>
        <a:p>
          <a:endParaRPr lang="en-US"/>
        </a:p>
      </dgm:t>
    </dgm:pt>
    <dgm:pt modelId="{FC194AC0-1EE7-45C4-B1DE-5B02B6B85495}" type="sibTrans" cxnId="{6F6C8656-AF86-465E-9441-E856E5D7BC5D}">
      <dgm:prSet/>
      <dgm:spPr/>
      <dgm:t>
        <a:bodyPr/>
        <a:lstStyle/>
        <a:p>
          <a:endParaRPr lang="en-US"/>
        </a:p>
      </dgm:t>
    </dgm:pt>
    <dgm:pt modelId="{A929F618-4164-4F84-B0C2-94C180BE3F76}">
      <dgm:prSet custT="1"/>
      <dgm:spPr/>
      <dgm:t>
        <a:bodyPr/>
        <a:lstStyle/>
        <a:p>
          <a:r>
            <a:rPr lang="en-PK" sz="2200" i="0" baseline="0" dirty="0"/>
            <a:t>High channel dimensionality increases redundancy and computational cost</a:t>
          </a:r>
          <a:endParaRPr lang="en-US" sz="2200" dirty="0"/>
        </a:p>
      </dgm:t>
    </dgm:pt>
    <dgm:pt modelId="{D0C84E13-B939-49A5-AE09-80919911CC3D}" type="parTrans" cxnId="{12EE0BEC-9FF7-4D2C-A948-8AC8A2945A0D}">
      <dgm:prSet/>
      <dgm:spPr/>
      <dgm:t>
        <a:bodyPr/>
        <a:lstStyle/>
        <a:p>
          <a:endParaRPr lang="en-US"/>
        </a:p>
      </dgm:t>
    </dgm:pt>
    <dgm:pt modelId="{8054A006-9071-4273-B4BE-9044186C248D}" type="sibTrans" cxnId="{12EE0BEC-9FF7-4D2C-A948-8AC8A2945A0D}">
      <dgm:prSet/>
      <dgm:spPr/>
      <dgm:t>
        <a:bodyPr/>
        <a:lstStyle/>
        <a:p>
          <a:endParaRPr lang="en-US"/>
        </a:p>
      </dgm:t>
    </dgm:pt>
    <dgm:pt modelId="{65F65B6D-64F9-4918-8458-652CE2475CEB}">
      <dgm:prSet custT="1"/>
      <dgm:spPr/>
      <dgm:t>
        <a:bodyPr/>
        <a:lstStyle/>
        <a:p>
          <a:r>
            <a:rPr lang="en-PK" sz="2200" i="0" baseline="0" dirty="0"/>
            <a:t>A filter-based channel selection approach is applied</a:t>
          </a:r>
          <a:endParaRPr lang="en-US" sz="2200" dirty="0"/>
        </a:p>
      </dgm:t>
    </dgm:pt>
    <dgm:pt modelId="{DD79F254-39D9-466E-A957-7F763CA22FDA}" type="parTrans" cxnId="{061C2382-3D94-4614-93B3-44A88BA9AAF1}">
      <dgm:prSet/>
      <dgm:spPr/>
      <dgm:t>
        <a:bodyPr/>
        <a:lstStyle/>
        <a:p>
          <a:endParaRPr lang="en-US"/>
        </a:p>
      </dgm:t>
    </dgm:pt>
    <dgm:pt modelId="{C0DCD5AD-672D-425D-8C8F-8712854D9245}" type="sibTrans" cxnId="{061C2382-3D94-4614-93B3-44A88BA9AAF1}">
      <dgm:prSet/>
      <dgm:spPr/>
      <dgm:t>
        <a:bodyPr/>
        <a:lstStyle/>
        <a:p>
          <a:endParaRPr lang="en-US"/>
        </a:p>
      </dgm:t>
    </dgm:pt>
    <dgm:pt modelId="{2F52D8CE-09CA-479D-95BE-EEA4010BD596}">
      <dgm:prSet custT="1"/>
      <dgm:spPr/>
      <dgm:t>
        <a:bodyPr/>
        <a:lstStyle/>
        <a:p>
          <a:r>
            <a:rPr lang="en-PK" sz="2200" i="0" baseline="0" dirty="0"/>
            <a:t>32 most informative channels are selected for analysis</a:t>
          </a:r>
          <a:endParaRPr lang="en-US" sz="2200" dirty="0"/>
        </a:p>
      </dgm:t>
    </dgm:pt>
    <dgm:pt modelId="{2A838947-2B6D-4F05-A4A7-43FB77C7CF69}" type="parTrans" cxnId="{D2D999BB-F716-4A5F-A347-3D2235FC8930}">
      <dgm:prSet/>
      <dgm:spPr/>
      <dgm:t>
        <a:bodyPr/>
        <a:lstStyle/>
        <a:p>
          <a:endParaRPr lang="en-US"/>
        </a:p>
      </dgm:t>
    </dgm:pt>
    <dgm:pt modelId="{C7BD7F5B-EA6A-4C3A-B08E-B9EBB412E0AD}" type="sibTrans" cxnId="{D2D999BB-F716-4A5F-A347-3D2235FC8930}">
      <dgm:prSet/>
      <dgm:spPr/>
      <dgm:t>
        <a:bodyPr/>
        <a:lstStyle/>
        <a:p>
          <a:endParaRPr lang="en-US"/>
        </a:p>
      </dgm:t>
    </dgm:pt>
    <dgm:pt modelId="{896712CF-EC32-405E-98C6-C141548AB347}">
      <dgm:prSet custT="1"/>
      <dgm:spPr/>
      <dgm:t>
        <a:bodyPr/>
        <a:lstStyle/>
        <a:p>
          <a:r>
            <a:rPr lang="en-PK" sz="2200" i="0" baseline="0" dirty="0"/>
            <a:t>Channel selection improves efficiency while preserving discriminative information</a:t>
          </a:r>
          <a:endParaRPr lang="en-US" sz="2200" dirty="0"/>
        </a:p>
      </dgm:t>
    </dgm:pt>
    <dgm:pt modelId="{1B2C57FD-72ED-49C6-A9D5-C998EFE42A41}" type="parTrans" cxnId="{76C01B4E-0C0C-4010-BAE7-2A2997678725}">
      <dgm:prSet/>
      <dgm:spPr/>
      <dgm:t>
        <a:bodyPr/>
        <a:lstStyle/>
        <a:p>
          <a:endParaRPr lang="en-US"/>
        </a:p>
      </dgm:t>
    </dgm:pt>
    <dgm:pt modelId="{C897EC55-799B-4901-893B-794CC2E27A71}" type="sibTrans" cxnId="{76C01B4E-0C0C-4010-BAE7-2A2997678725}">
      <dgm:prSet/>
      <dgm:spPr/>
      <dgm:t>
        <a:bodyPr/>
        <a:lstStyle/>
        <a:p>
          <a:endParaRPr lang="en-US"/>
        </a:p>
      </dgm:t>
    </dgm:pt>
    <dgm:pt modelId="{D732EF86-4C76-479B-9469-DF3EAA6889C8}" type="pres">
      <dgm:prSet presAssocID="{AE9A22C7-B55A-4311-976E-E7963116163F}" presName="vert0" presStyleCnt="0">
        <dgm:presLayoutVars>
          <dgm:dir/>
          <dgm:animOne val="branch"/>
          <dgm:animLvl val="lvl"/>
        </dgm:presLayoutVars>
      </dgm:prSet>
      <dgm:spPr/>
    </dgm:pt>
    <dgm:pt modelId="{DF700E26-D218-4F9D-9098-633C6F45776A}" type="pres">
      <dgm:prSet presAssocID="{A3D62B90-A180-4533-B1F8-7BD5E545BD7D}" presName="thickLine" presStyleLbl="alignNode1" presStyleIdx="0" presStyleCnt="5"/>
      <dgm:spPr/>
    </dgm:pt>
    <dgm:pt modelId="{7CF2B764-30D0-48B3-8951-4792D19813CE}" type="pres">
      <dgm:prSet presAssocID="{A3D62B90-A180-4533-B1F8-7BD5E545BD7D}" presName="horz1" presStyleCnt="0"/>
      <dgm:spPr/>
    </dgm:pt>
    <dgm:pt modelId="{C36F4799-46BC-440B-8720-52F0E59DF746}" type="pres">
      <dgm:prSet presAssocID="{A3D62B90-A180-4533-B1F8-7BD5E545BD7D}" presName="tx1" presStyleLbl="revTx" presStyleIdx="0" presStyleCnt="5"/>
      <dgm:spPr/>
    </dgm:pt>
    <dgm:pt modelId="{A24189DD-FB3D-466B-8107-246D99C16239}" type="pres">
      <dgm:prSet presAssocID="{A3D62B90-A180-4533-B1F8-7BD5E545BD7D}" presName="vert1" presStyleCnt="0"/>
      <dgm:spPr/>
    </dgm:pt>
    <dgm:pt modelId="{3F7EACF0-0577-4616-99D0-613B43977FB3}" type="pres">
      <dgm:prSet presAssocID="{A929F618-4164-4F84-B0C2-94C180BE3F76}" presName="thickLine" presStyleLbl="alignNode1" presStyleIdx="1" presStyleCnt="5"/>
      <dgm:spPr/>
    </dgm:pt>
    <dgm:pt modelId="{C44F3E68-0FEB-4BE3-8FAB-4BDBAAC16B4C}" type="pres">
      <dgm:prSet presAssocID="{A929F618-4164-4F84-B0C2-94C180BE3F76}" presName="horz1" presStyleCnt="0"/>
      <dgm:spPr/>
    </dgm:pt>
    <dgm:pt modelId="{43B09D45-81A0-4E59-8366-11220F209ADD}" type="pres">
      <dgm:prSet presAssocID="{A929F618-4164-4F84-B0C2-94C180BE3F76}" presName="tx1" presStyleLbl="revTx" presStyleIdx="1" presStyleCnt="5"/>
      <dgm:spPr/>
    </dgm:pt>
    <dgm:pt modelId="{26083B14-C808-4FBD-8C9B-1510594728F8}" type="pres">
      <dgm:prSet presAssocID="{A929F618-4164-4F84-B0C2-94C180BE3F76}" presName="vert1" presStyleCnt="0"/>
      <dgm:spPr/>
    </dgm:pt>
    <dgm:pt modelId="{F885DF42-6DB5-4067-89B6-57E326688829}" type="pres">
      <dgm:prSet presAssocID="{65F65B6D-64F9-4918-8458-652CE2475CEB}" presName="thickLine" presStyleLbl="alignNode1" presStyleIdx="2" presStyleCnt="5"/>
      <dgm:spPr/>
    </dgm:pt>
    <dgm:pt modelId="{3014D51A-F968-43A7-9B67-D2B0F427FC08}" type="pres">
      <dgm:prSet presAssocID="{65F65B6D-64F9-4918-8458-652CE2475CEB}" presName="horz1" presStyleCnt="0"/>
      <dgm:spPr/>
    </dgm:pt>
    <dgm:pt modelId="{7997D23A-FAF8-4529-8232-D8AEE67B6F1D}" type="pres">
      <dgm:prSet presAssocID="{65F65B6D-64F9-4918-8458-652CE2475CEB}" presName="tx1" presStyleLbl="revTx" presStyleIdx="2" presStyleCnt="5"/>
      <dgm:spPr/>
    </dgm:pt>
    <dgm:pt modelId="{650BB35C-A3A9-49C7-A1E5-B9E235FF8AC7}" type="pres">
      <dgm:prSet presAssocID="{65F65B6D-64F9-4918-8458-652CE2475CEB}" presName="vert1" presStyleCnt="0"/>
      <dgm:spPr/>
    </dgm:pt>
    <dgm:pt modelId="{2590D582-76FA-4DBD-9505-408632BA6969}" type="pres">
      <dgm:prSet presAssocID="{2F52D8CE-09CA-479D-95BE-EEA4010BD596}" presName="thickLine" presStyleLbl="alignNode1" presStyleIdx="3" presStyleCnt="5"/>
      <dgm:spPr/>
    </dgm:pt>
    <dgm:pt modelId="{59755E48-C437-4999-B48D-81AED7E1C0A2}" type="pres">
      <dgm:prSet presAssocID="{2F52D8CE-09CA-479D-95BE-EEA4010BD596}" presName="horz1" presStyleCnt="0"/>
      <dgm:spPr/>
    </dgm:pt>
    <dgm:pt modelId="{53360983-B1DD-47F1-83AA-E86BE52D05A4}" type="pres">
      <dgm:prSet presAssocID="{2F52D8CE-09CA-479D-95BE-EEA4010BD596}" presName="tx1" presStyleLbl="revTx" presStyleIdx="3" presStyleCnt="5"/>
      <dgm:spPr/>
    </dgm:pt>
    <dgm:pt modelId="{B28EAE88-82E9-417D-9B22-4C794A730F8E}" type="pres">
      <dgm:prSet presAssocID="{2F52D8CE-09CA-479D-95BE-EEA4010BD596}" presName="vert1" presStyleCnt="0"/>
      <dgm:spPr/>
    </dgm:pt>
    <dgm:pt modelId="{83C5E740-0FBE-43E0-B20D-7D3CF8BCFE12}" type="pres">
      <dgm:prSet presAssocID="{896712CF-EC32-405E-98C6-C141548AB347}" presName="thickLine" presStyleLbl="alignNode1" presStyleIdx="4" presStyleCnt="5"/>
      <dgm:spPr/>
    </dgm:pt>
    <dgm:pt modelId="{038C4675-E62C-469D-AEE9-DAF249824A68}" type="pres">
      <dgm:prSet presAssocID="{896712CF-EC32-405E-98C6-C141548AB347}" presName="horz1" presStyleCnt="0"/>
      <dgm:spPr/>
    </dgm:pt>
    <dgm:pt modelId="{26955B65-6D5C-4CDE-9A3F-BC945D43C459}" type="pres">
      <dgm:prSet presAssocID="{896712CF-EC32-405E-98C6-C141548AB347}" presName="tx1" presStyleLbl="revTx" presStyleIdx="4" presStyleCnt="5"/>
      <dgm:spPr/>
    </dgm:pt>
    <dgm:pt modelId="{F89BD5FD-A9F9-4CF5-9492-4BCDC23F64CB}" type="pres">
      <dgm:prSet presAssocID="{896712CF-EC32-405E-98C6-C141548AB347}" presName="vert1" presStyleCnt="0"/>
      <dgm:spPr/>
    </dgm:pt>
  </dgm:ptLst>
  <dgm:cxnLst>
    <dgm:cxn modelId="{4B43CA0C-D28F-44B7-A7D5-12D4C6D2A8E4}" type="presOf" srcId="{A3D62B90-A180-4533-B1F8-7BD5E545BD7D}" destId="{C36F4799-46BC-440B-8720-52F0E59DF746}" srcOrd="0" destOrd="0" presId="urn:microsoft.com/office/officeart/2008/layout/LinedList"/>
    <dgm:cxn modelId="{76C01B4E-0C0C-4010-BAE7-2A2997678725}" srcId="{AE9A22C7-B55A-4311-976E-E7963116163F}" destId="{896712CF-EC32-405E-98C6-C141548AB347}" srcOrd="4" destOrd="0" parTransId="{1B2C57FD-72ED-49C6-A9D5-C998EFE42A41}" sibTransId="{C897EC55-799B-4901-893B-794CC2E27A71}"/>
    <dgm:cxn modelId="{15E50870-71B6-4952-927F-3421C3627E77}" type="presOf" srcId="{2F52D8CE-09CA-479D-95BE-EEA4010BD596}" destId="{53360983-B1DD-47F1-83AA-E86BE52D05A4}" srcOrd="0" destOrd="0" presId="urn:microsoft.com/office/officeart/2008/layout/LinedList"/>
    <dgm:cxn modelId="{6F6C8656-AF86-465E-9441-E856E5D7BC5D}" srcId="{AE9A22C7-B55A-4311-976E-E7963116163F}" destId="{A3D62B90-A180-4533-B1F8-7BD5E545BD7D}" srcOrd="0" destOrd="0" parTransId="{1B634BD3-0729-4524-9058-C45227BC916D}" sibTransId="{FC194AC0-1EE7-45C4-B1DE-5B02B6B85495}"/>
    <dgm:cxn modelId="{BF60BB79-9C59-443C-B9D3-57D30925BDEC}" type="presOf" srcId="{AE9A22C7-B55A-4311-976E-E7963116163F}" destId="{D732EF86-4C76-479B-9469-DF3EAA6889C8}" srcOrd="0" destOrd="0" presId="urn:microsoft.com/office/officeart/2008/layout/LinedList"/>
    <dgm:cxn modelId="{061C2382-3D94-4614-93B3-44A88BA9AAF1}" srcId="{AE9A22C7-B55A-4311-976E-E7963116163F}" destId="{65F65B6D-64F9-4918-8458-652CE2475CEB}" srcOrd="2" destOrd="0" parTransId="{DD79F254-39D9-466E-A957-7F763CA22FDA}" sibTransId="{C0DCD5AD-672D-425D-8C8F-8712854D9245}"/>
    <dgm:cxn modelId="{DD8F7484-34B3-4777-8D85-29A460F8E81E}" type="presOf" srcId="{A929F618-4164-4F84-B0C2-94C180BE3F76}" destId="{43B09D45-81A0-4E59-8366-11220F209ADD}" srcOrd="0" destOrd="0" presId="urn:microsoft.com/office/officeart/2008/layout/LinedList"/>
    <dgm:cxn modelId="{C164B98E-9D20-414F-A6E1-F2E60991E572}" type="presOf" srcId="{65F65B6D-64F9-4918-8458-652CE2475CEB}" destId="{7997D23A-FAF8-4529-8232-D8AEE67B6F1D}" srcOrd="0" destOrd="0" presId="urn:microsoft.com/office/officeart/2008/layout/LinedList"/>
    <dgm:cxn modelId="{D2D999BB-F716-4A5F-A347-3D2235FC8930}" srcId="{AE9A22C7-B55A-4311-976E-E7963116163F}" destId="{2F52D8CE-09CA-479D-95BE-EEA4010BD596}" srcOrd="3" destOrd="0" parTransId="{2A838947-2B6D-4F05-A4A7-43FB77C7CF69}" sibTransId="{C7BD7F5B-EA6A-4C3A-B08E-B9EBB412E0AD}"/>
    <dgm:cxn modelId="{EFC81BE7-4D56-49E7-B791-F48B649F61D7}" type="presOf" srcId="{896712CF-EC32-405E-98C6-C141548AB347}" destId="{26955B65-6D5C-4CDE-9A3F-BC945D43C459}" srcOrd="0" destOrd="0" presId="urn:microsoft.com/office/officeart/2008/layout/LinedList"/>
    <dgm:cxn modelId="{12EE0BEC-9FF7-4D2C-A948-8AC8A2945A0D}" srcId="{AE9A22C7-B55A-4311-976E-E7963116163F}" destId="{A929F618-4164-4F84-B0C2-94C180BE3F76}" srcOrd="1" destOrd="0" parTransId="{D0C84E13-B939-49A5-AE09-80919911CC3D}" sibTransId="{8054A006-9071-4273-B4BE-9044186C248D}"/>
    <dgm:cxn modelId="{B6F1E941-E483-4B4E-9565-394F39BE8D83}" type="presParOf" srcId="{D732EF86-4C76-479B-9469-DF3EAA6889C8}" destId="{DF700E26-D218-4F9D-9098-633C6F45776A}" srcOrd="0" destOrd="0" presId="urn:microsoft.com/office/officeart/2008/layout/LinedList"/>
    <dgm:cxn modelId="{EEE62E6C-68CB-4EA4-9BEE-1E7E427E1D40}" type="presParOf" srcId="{D732EF86-4C76-479B-9469-DF3EAA6889C8}" destId="{7CF2B764-30D0-48B3-8951-4792D19813CE}" srcOrd="1" destOrd="0" presId="urn:microsoft.com/office/officeart/2008/layout/LinedList"/>
    <dgm:cxn modelId="{087CA445-90BC-413F-BA6E-516A66695245}" type="presParOf" srcId="{7CF2B764-30D0-48B3-8951-4792D19813CE}" destId="{C36F4799-46BC-440B-8720-52F0E59DF746}" srcOrd="0" destOrd="0" presId="urn:microsoft.com/office/officeart/2008/layout/LinedList"/>
    <dgm:cxn modelId="{8A04A457-B8D3-4851-BCAA-27F7EDB51128}" type="presParOf" srcId="{7CF2B764-30D0-48B3-8951-4792D19813CE}" destId="{A24189DD-FB3D-466B-8107-246D99C16239}" srcOrd="1" destOrd="0" presId="urn:microsoft.com/office/officeart/2008/layout/LinedList"/>
    <dgm:cxn modelId="{7E266422-1420-47EE-B42E-D613F54C1E4C}" type="presParOf" srcId="{D732EF86-4C76-479B-9469-DF3EAA6889C8}" destId="{3F7EACF0-0577-4616-99D0-613B43977FB3}" srcOrd="2" destOrd="0" presId="urn:microsoft.com/office/officeart/2008/layout/LinedList"/>
    <dgm:cxn modelId="{932A8766-5E46-4B07-972A-7743C9EA9DC7}" type="presParOf" srcId="{D732EF86-4C76-479B-9469-DF3EAA6889C8}" destId="{C44F3E68-0FEB-4BE3-8FAB-4BDBAAC16B4C}" srcOrd="3" destOrd="0" presId="urn:microsoft.com/office/officeart/2008/layout/LinedList"/>
    <dgm:cxn modelId="{F3DE2C4D-5CF4-4203-8F5D-F0861D15E34D}" type="presParOf" srcId="{C44F3E68-0FEB-4BE3-8FAB-4BDBAAC16B4C}" destId="{43B09D45-81A0-4E59-8366-11220F209ADD}" srcOrd="0" destOrd="0" presId="urn:microsoft.com/office/officeart/2008/layout/LinedList"/>
    <dgm:cxn modelId="{00059EE7-A6F5-48C2-8D44-E6E2364B760F}" type="presParOf" srcId="{C44F3E68-0FEB-4BE3-8FAB-4BDBAAC16B4C}" destId="{26083B14-C808-4FBD-8C9B-1510594728F8}" srcOrd="1" destOrd="0" presId="urn:microsoft.com/office/officeart/2008/layout/LinedList"/>
    <dgm:cxn modelId="{FC6E026E-D7EF-4FBD-BA82-747B6B7749E1}" type="presParOf" srcId="{D732EF86-4C76-479B-9469-DF3EAA6889C8}" destId="{F885DF42-6DB5-4067-89B6-57E326688829}" srcOrd="4" destOrd="0" presId="urn:microsoft.com/office/officeart/2008/layout/LinedList"/>
    <dgm:cxn modelId="{CDE37CD1-09E5-4569-ADF2-6BC3E2A5F801}" type="presParOf" srcId="{D732EF86-4C76-479B-9469-DF3EAA6889C8}" destId="{3014D51A-F968-43A7-9B67-D2B0F427FC08}" srcOrd="5" destOrd="0" presId="urn:microsoft.com/office/officeart/2008/layout/LinedList"/>
    <dgm:cxn modelId="{B0654984-DA1B-4D88-AC0F-8E899F6B17C7}" type="presParOf" srcId="{3014D51A-F968-43A7-9B67-D2B0F427FC08}" destId="{7997D23A-FAF8-4529-8232-D8AEE67B6F1D}" srcOrd="0" destOrd="0" presId="urn:microsoft.com/office/officeart/2008/layout/LinedList"/>
    <dgm:cxn modelId="{92C5E91F-10B4-41EC-AA28-FEF14A531ABC}" type="presParOf" srcId="{3014D51A-F968-43A7-9B67-D2B0F427FC08}" destId="{650BB35C-A3A9-49C7-A1E5-B9E235FF8AC7}" srcOrd="1" destOrd="0" presId="urn:microsoft.com/office/officeart/2008/layout/LinedList"/>
    <dgm:cxn modelId="{78871618-6DCE-4013-9D03-ACCDF31187A1}" type="presParOf" srcId="{D732EF86-4C76-479B-9469-DF3EAA6889C8}" destId="{2590D582-76FA-4DBD-9505-408632BA6969}" srcOrd="6" destOrd="0" presId="urn:microsoft.com/office/officeart/2008/layout/LinedList"/>
    <dgm:cxn modelId="{E01D25C4-0864-4D86-ABE4-4CB33C31848A}" type="presParOf" srcId="{D732EF86-4C76-479B-9469-DF3EAA6889C8}" destId="{59755E48-C437-4999-B48D-81AED7E1C0A2}" srcOrd="7" destOrd="0" presId="urn:microsoft.com/office/officeart/2008/layout/LinedList"/>
    <dgm:cxn modelId="{AE9FDA85-69C1-4E69-90A0-751A2DCAAC8D}" type="presParOf" srcId="{59755E48-C437-4999-B48D-81AED7E1C0A2}" destId="{53360983-B1DD-47F1-83AA-E86BE52D05A4}" srcOrd="0" destOrd="0" presId="urn:microsoft.com/office/officeart/2008/layout/LinedList"/>
    <dgm:cxn modelId="{FF0CBBFF-A0E9-4734-8755-4EBB5FAD5C4A}" type="presParOf" srcId="{59755E48-C437-4999-B48D-81AED7E1C0A2}" destId="{B28EAE88-82E9-417D-9B22-4C794A730F8E}" srcOrd="1" destOrd="0" presId="urn:microsoft.com/office/officeart/2008/layout/LinedList"/>
    <dgm:cxn modelId="{B5F88EE8-3A90-427B-BE71-18834C765CC2}" type="presParOf" srcId="{D732EF86-4C76-479B-9469-DF3EAA6889C8}" destId="{83C5E740-0FBE-43E0-B20D-7D3CF8BCFE12}" srcOrd="8" destOrd="0" presId="urn:microsoft.com/office/officeart/2008/layout/LinedList"/>
    <dgm:cxn modelId="{CDE9C3AC-7529-4AB7-8B79-BA0077AD2609}" type="presParOf" srcId="{D732EF86-4C76-479B-9469-DF3EAA6889C8}" destId="{038C4675-E62C-469D-AEE9-DAF249824A68}" srcOrd="9" destOrd="0" presId="urn:microsoft.com/office/officeart/2008/layout/LinedList"/>
    <dgm:cxn modelId="{F260E53D-FB64-48D7-B515-8C5E02F06C9A}" type="presParOf" srcId="{038C4675-E62C-469D-AEE9-DAF249824A68}" destId="{26955B65-6D5C-4CDE-9A3F-BC945D43C459}" srcOrd="0" destOrd="0" presId="urn:microsoft.com/office/officeart/2008/layout/LinedList"/>
    <dgm:cxn modelId="{F7EA95FC-A2AC-457B-AF0E-A13DA7827846}" type="presParOf" srcId="{038C4675-E62C-469D-AEE9-DAF249824A68}" destId="{F89BD5FD-A9F9-4CF5-9492-4BCDC23F64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D5B034-7DD4-4F47-8F8B-26596E9E301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577717-41AE-4698-852E-97665D802FAD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i="0" baseline="0" dirty="0"/>
            <a:t>The proposed graph-based transformer model performs classification at the EEG window level, where each temporal window is treated as an independent sample.</a:t>
          </a:r>
          <a:endParaRPr lang="en-US" dirty="0"/>
        </a:p>
      </dgm:t>
    </dgm:pt>
    <dgm:pt modelId="{D6FF84E3-59C1-464F-A0A0-F63A7B94EE2E}" type="parTrans" cxnId="{83FB84B7-471E-45E3-99A0-F6071CBB821B}">
      <dgm:prSet/>
      <dgm:spPr/>
      <dgm:t>
        <a:bodyPr/>
        <a:lstStyle/>
        <a:p>
          <a:endParaRPr lang="en-US"/>
        </a:p>
      </dgm:t>
    </dgm:pt>
    <dgm:pt modelId="{DEAB67C3-A7B4-49B7-9678-2103865F1F3C}" type="sibTrans" cxnId="{83FB84B7-471E-45E3-99A0-F6071CBB82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0431B2B-9AA4-46E4-B4D9-483446F6AB43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i="0" baseline="0"/>
            <a:t>Window-level predictions are obtained by passing the graph-structured EEG windows through the trained model in a supervised learning framework.</a:t>
          </a:r>
          <a:endParaRPr lang="en-US"/>
        </a:p>
      </dgm:t>
    </dgm:pt>
    <dgm:pt modelId="{7C0F93FA-3B6C-4628-8C0E-C60E7A0BDB99}" type="parTrans" cxnId="{22E45B6D-D9AB-40B3-B3FD-647B8430B9C2}">
      <dgm:prSet/>
      <dgm:spPr/>
      <dgm:t>
        <a:bodyPr/>
        <a:lstStyle/>
        <a:p>
          <a:endParaRPr lang="en-US"/>
        </a:p>
      </dgm:t>
    </dgm:pt>
    <dgm:pt modelId="{7D94BA82-A2BA-4310-90A2-523C6DF1C053}" type="sibTrans" cxnId="{22E45B6D-D9AB-40B3-B3FD-647B8430B9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53960A-D576-421D-B8EC-833565E819BD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i="0" baseline="0"/>
            <a:t>Model performance is evaluated using 5-fold subject-wise cross-validation, ensuring robust and unbiased assessment.</a:t>
          </a:r>
          <a:endParaRPr lang="en-US"/>
        </a:p>
      </dgm:t>
    </dgm:pt>
    <dgm:pt modelId="{F598E730-2212-4A56-9EF8-659EF6528FE3}" type="parTrans" cxnId="{6E61D735-25E5-4CE1-BBED-25543DDA4D67}">
      <dgm:prSet/>
      <dgm:spPr/>
      <dgm:t>
        <a:bodyPr/>
        <a:lstStyle/>
        <a:p>
          <a:endParaRPr lang="en-US"/>
        </a:p>
      </dgm:t>
    </dgm:pt>
    <dgm:pt modelId="{ADFADF33-26EA-473D-A192-DD33A5A97A9E}" type="sibTrans" cxnId="{6E61D735-25E5-4CE1-BBED-25543DDA4D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30A26B-F761-4531-A1C4-A06F1E8248F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i="0" baseline="0"/>
            <a:t>Standard evaluation metrics including accuracy, sensitivity, and specificity are computed based on window-level predictions.</a:t>
          </a:r>
          <a:endParaRPr lang="en-US"/>
        </a:p>
      </dgm:t>
    </dgm:pt>
    <dgm:pt modelId="{016BFECF-7085-4E55-BFEE-93A898B542EF}" type="parTrans" cxnId="{ED0166F1-7674-41A7-8400-60E282DFF5AD}">
      <dgm:prSet/>
      <dgm:spPr/>
      <dgm:t>
        <a:bodyPr/>
        <a:lstStyle/>
        <a:p>
          <a:endParaRPr lang="en-US"/>
        </a:p>
      </dgm:t>
    </dgm:pt>
    <dgm:pt modelId="{F41BD1CA-D2D4-4AA7-944F-7C7C8866565E}" type="sibTrans" cxnId="{ED0166F1-7674-41A7-8400-60E282DFF5AD}">
      <dgm:prSet/>
      <dgm:spPr/>
      <dgm:t>
        <a:bodyPr/>
        <a:lstStyle/>
        <a:p>
          <a:endParaRPr lang="en-US"/>
        </a:p>
      </dgm:t>
    </dgm:pt>
    <dgm:pt modelId="{98D6ECE9-AEF7-42F8-9DE1-5EE53FA7866B}" type="pres">
      <dgm:prSet presAssocID="{57D5B034-7DD4-4F47-8F8B-26596E9E3013}" presName="root" presStyleCnt="0">
        <dgm:presLayoutVars>
          <dgm:dir/>
          <dgm:resizeHandles val="exact"/>
        </dgm:presLayoutVars>
      </dgm:prSet>
      <dgm:spPr/>
    </dgm:pt>
    <dgm:pt modelId="{68186C00-1DFB-45FE-9CE0-14A2E742C4E3}" type="pres">
      <dgm:prSet presAssocID="{57D5B034-7DD4-4F47-8F8B-26596E9E3013}" presName="container" presStyleCnt="0">
        <dgm:presLayoutVars>
          <dgm:dir/>
          <dgm:resizeHandles val="exact"/>
        </dgm:presLayoutVars>
      </dgm:prSet>
      <dgm:spPr/>
    </dgm:pt>
    <dgm:pt modelId="{1AD545A7-730F-4263-AAA7-4C12EB468CE6}" type="pres">
      <dgm:prSet presAssocID="{24577717-41AE-4698-852E-97665D802FAD}" presName="compNode" presStyleCnt="0"/>
      <dgm:spPr/>
    </dgm:pt>
    <dgm:pt modelId="{3C2BC803-0644-4003-8CCC-B2B9F827ACCD}" type="pres">
      <dgm:prSet presAssocID="{24577717-41AE-4698-852E-97665D802FAD}" presName="iconBgRect" presStyleLbl="bgShp" presStyleIdx="0" presStyleCnt="4"/>
      <dgm:spPr/>
    </dgm:pt>
    <dgm:pt modelId="{E211EEE6-3DDE-47C2-87BB-5F4B6D269280}" type="pres">
      <dgm:prSet presAssocID="{24577717-41AE-4698-852E-97665D802F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9DF51BB-2457-489A-9220-8A993EBBAF75}" type="pres">
      <dgm:prSet presAssocID="{24577717-41AE-4698-852E-97665D802FAD}" presName="spaceRect" presStyleCnt="0"/>
      <dgm:spPr/>
    </dgm:pt>
    <dgm:pt modelId="{F6C81433-7D2B-4DA7-A4D7-DD4820925AD4}" type="pres">
      <dgm:prSet presAssocID="{24577717-41AE-4698-852E-97665D802FAD}" presName="textRect" presStyleLbl="revTx" presStyleIdx="0" presStyleCnt="4">
        <dgm:presLayoutVars>
          <dgm:chMax val="1"/>
          <dgm:chPref val="1"/>
        </dgm:presLayoutVars>
      </dgm:prSet>
      <dgm:spPr/>
    </dgm:pt>
    <dgm:pt modelId="{1FAAB8AE-78F6-4751-9CFE-3297E287F148}" type="pres">
      <dgm:prSet presAssocID="{DEAB67C3-A7B4-49B7-9678-2103865F1F3C}" presName="sibTrans" presStyleLbl="sibTrans2D1" presStyleIdx="0" presStyleCnt="0"/>
      <dgm:spPr/>
    </dgm:pt>
    <dgm:pt modelId="{D66F1A88-5F6E-495D-A224-DC284A0BDAFF}" type="pres">
      <dgm:prSet presAssocID="{A0431B2B-9AA4-46E4-B4D9-483446F6AB43}" presName="compNode" presStyleCnt="0"/>
      <dgm:spPr/>
    </dgm:pt>
    <dgm:pt modelId="{70647B79-39E1-454C-8DFA-EB2E24DFFF3D}" type="pres">
      <dgm:prSet presAssocID="{A0431B2B-9AA4-46E4-B4D9-483446F6AB43}" presName="iconBgRect" presStyleLbl="bgShp" presStyleIdx="1" presStyleCnt="4"/>
      <dgm:spPr/>
    </dgm:pt>
    <dgm:pt modelId="{A816F8E3-9970-4B39-BF50-15E25C9B48EA}" type="pres">
      <dgm:prSet presAssocID="{A0431B2B-9AA4-46E4-B4D9-483446F6AB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1B57912-C140-497B-A8DD-F8CD067B29A4}" type="pres">
      <dgm:prSet presAssocID="{A0431B2B-9AA4-46E4-B4D9-483446F6AB43}" presName="spaceRect" presStyleCnt="0"/>
      <dgm:spPr/>
    </dgm:pt>
    <dgm:pt modelId="{5F47F89B-FF88-4DDC-9D40-43F637E99A16}" type="pres">
      <dgm:prSet presAssocID="{A0431B2B-9AA4-46E4-B4D9-483446F6AB43}" presName="textRect" presStyleLbl="revTx" presStyleIdx="1" presStyleCnt="4">
        <dgm:presLayoutVars>
          <dgm:chMax val="1"/>
          <dgm:chPref val="1"/>
        </dgm:presLayoutVars>
      </dgm:prSet>
      <dgm:spPr/>
    </dgm:pt>
    <dgm:pt modelId="{6DC3BF89-BDE2-45C7-BF26-EC8EF90B22B3}" type="pres">
      <dgm:prSet presAssocID="{7D94BA82-A2BA-4310-90A2-523C6DF1C053}" presName="sibTrans" presStyleLbl="sibTrans2D1" presStyleIdx="0" presStyleCnt="0"/>
      <dgm:spPr/>
    </dgm:pt>
    <dgm:pt modelId="{79C8DFB2-9E65-4A7B-81FB-629195708023}" type="pres">
      <dgm:prSet presAssocID="{C553960A-D576-421D-B8EC-833565E819BD}" presName="compNode" presStyleCnt="0"/>
      <dgm:spPr/>
    </dgm:pt>
    <dgm:pt modelId="{A9001CED-D32A-4499-82E9-2D82EAB17624}" type="pres">
      <dgm:prSet presAssocID="{C553960A-D576-421D-B8EC-833565E819BD}" presName="iconBgRect" presStyleLbl="bgShp" presStyleIdx="2" presStyleCnt="4"/>
      <dgm:spPr/>
    </dgm:pt>
    <dgm:pt modelId="{A8C919FA-DD2B-45CE-8C0B-5F9725D82AC8}" type="pres">
      <dgm:prSet presAssocID="{C553960A-D576-421D-B8EC-833565E819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58FDD0-B8D4-4C4B-9D82-5722B3FB2E16}" type="pres">
      <dgm:prSet presAssocID="{C553960A-D576-421D-B8EC-833565E819BD}" presName="spaceRect" presStyleCnt="0"/>
      <dgm:spPr/>
    </dgm:pt>
    <dgm:pt modelId="{C7553099-5F8A-40A0-B85D-9A4B6363637C}" type="pres">
      <dgm:prSet presAssocID="{C553960A-D576-421D-B8EC-833565E819BD}" presName="textRect" presStyleLbl="revTx" presStyleIdx="2" presStyleCnt="4">
        <dgm:presLayoutVars>
          <dgm:chMax val="1"/>
          <dgm:chPref val="1"/>
        </dgm:presLayoutVars>
      </dgm:prSet>
      <dgm:spPr/>
    </dgm:pt>
    <dgm:pt modelId="{6BABFE91-0CD9-4D2A-B9B1-269164ECDC81}" type="pres">
      <dgm:prSet presAssocID="{ADFADF33-26EA-473D-A192-DD33A5A97A9E}" presName="sibTrans" presStyleLbl="sibTrans2D1" presStyleIdx="0" presStyleCnt="0"/>
      <dgm:spPr/>
    </dgm:pt>
    <dgm:pt modelId="{B2E3327B-AEB2-432B-B129-CA9693FA36CE}" type="pres">
      <dgm:prSet presAssocID="{4330A26B-F761-4531-A1C4-A06F1E8248FF}" presName="compNode" presStyleCnt="0"/>
      <dgm:spPr/>
    </dgm:pt>
    <dgm:pt modelId="{2B2CEB14-705F-4A97-91D3-8B9C0CF63F13}" type="pres">
      <dgm:prSet presAssocID="{4330A26B-F761-4531-A1C4-A06F1E8248FF}" presName="iconBgRect" presStyleLbl="bgShp" presStyleIdx="3" presStyleCnt="4"/>
      <dgm:spPr/>
    </dgm:pt>
    <dgm:pt modelId="{4064730B-4242-4449-AE9F-9110F68F9908}" type="pres">
      <dgm:prSet presAssocID="{4330A26B-F761-4531-A1C4-A06F1E8248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41A680B-9051-4487-9FDD-B377ECC63505}" type="pres">
      <dgm:prSet presAssocID="{4330A26B-F761-4531-A1C4-A06F1E8248FF}" presName="spaceRect" presStyleCnt="0"/>
      <dgm:spPr/>
    </dgm:pt>
    <dgm:pt modelId="{C7B9F369-1541-493B-BFAA-48DE542091C7}" type="pres">
      <dgm:prSet presAssocID="{4330A26B-F761-4531-A1C4-A06F1E8248F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BF79A11-F140-4C24-A985-E59054B3EAE8}" type="presOf" srcId="{DEAB67C3-A7B4-49B7-9678-2103865F1F3C}" destId="{1FAAB8AE-78F6-4751-9CFE-3297E287F148}" srcOrd="0" destOrd="0" presId="urn:microsoft.com/office/officeart/2018/2/layout/IconCircleList"/>
    <dgm:cxn modelId="{AD009821-FAFC-490D-888A-ABD6506BBB75}" type="presOf" srcId="{4330A26B-F761-4531-A1C4-A06F1E8248FF}" destId="{C7B9F369-1541-493B-BFAA-48DE542091C7}" srcOrd="0" destOrd="0" presId="urn:microsoft.com/office/officeart/2018/2/layout/IconCircleList"/>
    <dgm:cxn modelId="{6E61D735-25E5-4CE1-BBED-25543DDA4D67}" srcId="{57D5B034-7DD4-4F47-8F8B-26596E9E3013}" destId="{C553960A-D576-421D-B8EC-833565E819BD}" srcOrd="2" destOrd="0" parTransId="{F598E730-2212-4A56-9EF8-659EF6528FE3}" sibTransId="{ADFADF33-26EA-473D-A192-DD33A5A97A9E}"/>
    <dgm:cxn modelId="{1BBBE95D-F38D-48EE-96C1-7CC69F5B3789}" type="presOf" srcId="{24577717-41AE-4698-852E-97665D802FAD}" destId="{F6C81433-7D2B-4DA7-A4D7-DD4820925AD4}" srcOrd="0" destOrd="0" presId="urn:microsoft.com/office/officeart/2018/2/layout/IconCircleList"/>
    <dgm:cxn modelId="{22E45B6D-D9AB-40B3-B3FD-647B8430B9C2}" srcId="{57D5B034-7DD4-4F47-8F8B-26596E9E3013}" destId="{A0431B2B-9AA4-46E4-B4D9-483446F6AB43}" srcOrd="1" destOrd="0" parTransId="{7C0F93FA-3B6C-4628-8C0E-C60E7A0BDB99}" sibTransId="{7D94BA82-A2BA-4310-90A2-523C6DF1C053}"/>
    <dgm:cxn modelId="{021F4956-CEAE-4BB6-9DF3-295533E7FD33}" type="presOf" srcId="{ADFADF33-26EA-473D-A192-DD33A5A97A9E}" destId="{6BABFE91-0CD9-4D2A-B9B1-269164ECDC81}" srcOrd="0" destOrd="0" presId="urn:microsoft.com/office/officeart/2018/2/layout/IconCircleList"/>
    <dgm:cxn modelId="{6FD53A83-048A-47E6-B475-83A57312AA9F}" type="presOf" srcId="{7D94BA82-A2BA-4310-90A2-523C6DF1C053}" destId="{6DC3BF89-BDE2-45C7-BF26-EC8EF90B22B3}" srcOrd="0" destOrd="0" presId="urn:microsoft.com/office/officeart/2018/2/layout/IconCircleList"/>
    <dgm:cxn modelId="{D24A51AB-C50F-40EA-97F1-611CBFEEBB48}" type="presOf" srcId="{A0431B2B-9AA4-46E4-B4D9-483446F6AB43}" destId="{5F47F89B-FF88-4DDC-9D40-43F637E99A16}" srcOrd="0" destOrd="0" presId="urn:microsoft.com/office/officeart/2018/2/layout/IconCircleList"/>
    <dgm:cxn modelId="{83FB84B7-471E-45E3-99A0-F6071CBB821B}" srcId="{57D5B034-7DD4-4F47-8F8B-26596E9E3013}" destId="{24577717-41AE-4698-852E-97665D802FAD}" srcOrd="0" destOrd="0" parTransId="{D6FF84E3-59C1-464F-A0A0-F63A7B94EE2E}" sibTransId="{DEAB67C3-A7B4-49B7-9678-2103865F1F3C}"/>
    <dgm:cxn modelId="{A25D07D1-46DB-4510-8D9B-30FC51B3E26D}" type="presOf" srcId="{C553960A-D576-421D-B8EC-833565E819BD}" destId="{C7553099-5F8A-40A0-B85D-9A4B6363637C}" srcOrd="0" destOrd="0" presId="urn:microsoft.com/office/officeart/2018/2/layout/IconCircleList"/>
    <dgm:cxn modelId="{A362EAEB-D704-45EA-A8EF-6FD75EFC4BFE}" type="presOf" srcId="{57D5B034-7DD4-4F47-8F8B-26596E9E3013}" destId="{98D6ECE9-AEF7-42F8-9DE1-5EE53FA7866B}" srcOrd="0" destOrd="0" presId="urn:microsoft.com/office/officeart/2018/2/layout/IconCircleList"/>
    <dgm:cxn modelId="{ED0166F1-7674-41A7-8400-60E282DFF5AD}" srcId="{57D5B034-7DD4-4F47-8F8B-26596E9E3013}" destId="{4330A26B-F761-4531-A1C4-A06F1E8248FF}" srcOrd="3" destOrd="0" parTransId="{016BFECF-7085-4E55-BFEE-93A898B542EF}" sibTransId="{F41BD1CA-D2D4-4AA7-944F-7C7C8866565E}"/>
    <dgm:cxn modelId="{CEAEA51B-B051-4226-808F-68AC04B74A70}" type="presParOf" srcId="{98D6ECE9-AEF7-42F8-9DE1-5EE53FA7866B}" destId="{68186C00-1DFB-45FE-9CE0-14A2E742C4E3}" srcOrd="0" destOrd="0" presId="urn:microsoft.com/office/officeart/2018/2/layout/IconCircleList"/>
    <dgm:cxn modelId="{EB933F9F-97E0-4C8B-A88A-312483279C30}" type="presParOf" srcId="{68186C00-1DFB-45FE-9CE0-14A2E742C4E3}" destId="{1AD545A7-730F-4263-AAA7-4C12EB468CE6}" srcOrd="0" destOrd="0" presId="urn:microsoft.com/office/officeart/2018/2/layout/IconCircleList"/>
    <dgm:cxn modelId="{80B44939-C806-4DFC-9E4C-28D6495B781A}" type="presParOf" srcId="{1AD545A7-730F-4263-AAA7-4C12EB468CE6}" destId="{3C2BC803-0644-4003-8CCC-B2B9F827ACCD}" srcOrd="0" destOrd="0" presId="urn:microsoft.com/office/officeart/2018/2/layout/IconCircleList"/>
    <dgm:cxn modelId="{2DDDE2A2-7036-45D1-B422-BC91F665D34D}" type="presParOf" srcId="{1AD545A7-730F-4263-AAA7-4C12EB468CE6}" destId="{E211EEE6-3DDE-47C2-87BB-5F4B6D269280}" srcOrd="1" destOrd="0" presId="urn:microsoft.com/office/officeart/2018/2/layout/IconCircleList"/>
    <dgm:cxn modelId="{6EFC860A-840D-4DBB-A5B6-CEA90C66FE3B}" type="presParOf" srcId="{1AD545A7-730F-4263-AAA7-4C12EB468CE6}" destId="{F9DF51BB-2457-489A-9220-8A993EBBAF75}" srcOrd="2" destOrd="0" presId="urn:microsoft.com/office/officeart/2018/2/layout/IconCircleList"/>
    <dgm:cxn modelId="{03057A90-E80F-42C8-BB75-A5E5E68C340E}" type="presParOf" srcId="{1AD545A7-730F-4263-AAA7-4C12EB468CE6}" destId="{F6C81433-7D2B-4DA7-A4D7-DD4820925AD4}" srcOrd="3" destOrd="0" presId="urn:microsoft.com/office/officeart/2018/2/layout/IconCircleList"/>
    <dgm:cxn modelId="{A98396DD-8EE3-41FC-BBE8-D9851B2C6BB3}" type="presParOf" srcId="{68186C00-1DFB-45FE-9CE0-14A2E742C4E3}" destId="{1FAAB8AE-78F6-4751-9CFE-3297E287F148}" srcOrd="1" destOrd="0" presId="urn:microsoft.com/office/officeart/2018/2/layout/IconCircleList"/>
    <dgm:cxn modelId="{F2A8385F-114E-411C-A691-9E37F19771A5}" type="presParOf" srcId="{68186C00-1DFB-45FE-9CE0-14A2E742C4E3}" destId="{D66F1A88-5F6E-495D-A224-DC284A0BDAFF}" srcOrd="2" destOrd="0" presId="urn:microsoft.com/office/officeart/2018/2/layout/IconCircleList"/>
    <dgm:cxn modelId="{028BF316-36AA-43B5-9EF7-2455DD43F94F}" type="presParOf" srcId="{D66F1A88-5F6E-495D-A224-DC284A0BDAFF}" destId="{70647B79-39E1-454C-8DFA-EB2E24DFFF3D}" srcOrd="0" destOrd="0" presId="urn:microsoft.com/office/officeart/2018/2/layout/IconCircleList"/>
    <dgm:cxn modelId="{CE5B8879-2A41-45D5-A5E8-14318E4E8FAD}" type="presParOf" srcId="{D66F1A88-5F6E-495D-A224-DC284A0BDAFF}" destId="{A816F8E3-9970-4B39-BF50-15E25C9B48EA}" srcOrd="1" destOrd="0" presId="urn:microsoft.com/office/officeart/2018/2/layout/IconCircleList"/>
    <dgm:cxn modelId="{55785130-6F7D-41E0-AE1E-AB98482410AB}" type="presParOf" srcId="{D66F1A88-5F6E-495D-A224-DC284A0BDAFF}" destId="{C1B57912-C140-497B-A8DD-F8CD067B29A4}" srcOrd="2" destOrd="0" presId="urn:microsoft.com/office/officeart/2018/2/layout/IconCircleList"/>
    <dgm:cxn modelId="{9BAA5DB5-CF36-44A9-A58F-4CAE521F9C32}" type="presParOf" srcId="{D66F1A88-5F6E-495D-A224-DC284A0BDAFF}" destId="{5F47F89B-FF88-4DDC-9D40-43F637E99A16}" srcOrd="3" destOrd="0" presId="urn:microsoft.com/office/officeart/2018/2/layout/IconCircleList"/>
    <dgm:cxn modelId="{AF7C3CCE-5565-47A8-B32C-C51B3199E0AF}" type="presParOf" srcId="{68186C00-1DFB-45FE-9CE0-14A2E742C4E3}" destId="{6DC3BF89-BDE2-45C7-BF26-EC8EF90B22B3}" srcOrd="3" destOrd="0" presId="urn:microsoft.com/office/officeart/2018/2/layout/IconCircleList"/>
    <dgm:cxn modelId="{656FC609-898E-458B-83CD-03D8C9CA8548}" type="presParOf" srcId="{68186C00-1DFB-45FE-9CE0-14A2E742C4E3}" destId="{79C8DFB2-9E65-4A7B-81FB-629195708023}" srcOrd="4" destOrd="0" presId="urn:microsoft.com/office/officeart/2018/2/layout/IconCircleList"/>
    <dgm:cxn modelId="{89F5AEB6-2816-4EF0-9CCA-2FFCCF506B6E}" type="presParOf" srcId="{79C8DFB2-9E65-4A7B-81FB-629195708023}" destId="{A9001CED-D32A-4499-82E9-2D82EAB17624}" srcOrd="0" destOrd="0" presId="urn:microsoft.com/office/officeart/2018/2/layout/IconCircleList"/>
    <dgm:cxn modelId="{48145334-BB15-4192-8477-852C1083B9E9}" type="presParOf" srcId="{79C8DFB2-9E65-4A7B-81FB-629195708023}" destId="{A8C919FA-DD2B-45CE-8C0B-5F9725D82AC8}" srcOrd="1" destOrd="0" presId="urn:microsoft.com/office/officeart/2018/2/layout/IconCircleList"/>
    <dgm:cxn modelId="{198BD801-E5B0-4C7A-906D-1AB728D9F0D7}" type="presParOf" srcId="{79C8DFB2-9E65-4A7B-81FB-629195708023}" destId="{1458FDD0-B8D4-4C4B-9D82-5722B3FB2E16}" srcOrd="2" destOrd="0" presId="urn:microsoft.com/office/officeart/2018/2/layout/IconCircleList"/>
    <dgm:cxn modelId="{78556495-5DC4-4CDD-9F20-84B4B8F42CE1}" type="presParOf" srcId="{79C8DFB2-9E65-4A7B-81FB-629195708023}" destId="{C7553099-5F8A-40A0-B85D-9A4B6363637C}" srcOrd="3" destOrd="0" presId="urn:microsoft.com/office/officeart/2018/2/layout/IconCircleList"/>
    <dgm:cxn modelId="{B6201C39-741B-4CF3-B1A0-5AFE44F54551}" type="presParOf" srcId="{68186C00-1DFB-45FE-9CE0-14A2E742C4E3}" destId="{6BABFE91-0CD9-4D2A-B9B1-269164ECDC81}" srcOrd="5" destOrd="0" presId="urn:microsoft.com/office/officeart/2018/2/layout/IconCircleList"/>
    <dgm:cxn modelId="{A24D5EB2-C93C-4037-A879-D86047EC856D}" type="presParOf" srcId="{68186C00-1DFB-45FE-9CE0-14A2E742C4E3}" destId="{B2E3327B-AEB2-432B-B129-CA9693FA36CE}" srcOrd="6" destOrd="0" presId="urn:microsoft.com/office/officeart/2018/2/layout/IconCircleList"/>
    <dgm:cxn modelId="{132AC3F3-984A-4D17-B468-0E283F945046}" type="presParOf" srcId="{B2E3327B-AEB2-432B-B129-CA9693FA36CE}" destId="{2B2CEB14-705F-4A97-91D3-8B9C0CF63F13}" srcOrd="0" destOrd="0" presId="urn:microsoft.com/office/officeart/2018/2/layout/IconCircleList"/>
    <dgm:cxn modelId="{137C5A78-4EC5-4C6C-9138-41E13F1B373A}" type="presParOf" srcId="{B2E3327B-AEB2-432B-B129-CA9693FA36CE}" destId="{4064730B-4242-4449-AE9F-9110F68F9908}" srcOrd="1" destOrd="0" presId="urn:microsoft.com/office/officeart/2018/2/layout/IconCircleList"/>
    <dgm:cxn modelId="{9195E526-938F-4C83-B189-DD068E087EF2}" type="presParOf" srcId="{B2E3327B-AEB2-432B-B129-CA9693FA36CE}" destId="{E41A680B-9051-4487-9FDD-B377ECC63505}" srcOrd="2" destOrd="0" presId="urn:microsoft.com/office/officeart/2018/2/layout/IconCircleList"/>
    <dgm:cxn modelId="{A336B1E1-F4D1-4E27-8A47-9D716DBA04CA}" type="presParOf" srcId="{B2E3327B-AEB2-432B-B129-CA9693FA36CE}" destId="{C7B9F369-1541-493B-BFAA-48DE542091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69266E-8375-4BC3-BBFA-DE6941ADFB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5BABD13-7EF0-4811-8391-704BD102754A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Proposed a graph-based transformer framework for EEG-based depression detection</a:t>
          </a:r>
          <a:endParaRPr lang="en-US"/>
        </a:p>
      </dgm:t>
    </dgm:pt>
    <dgm:pt modelId="{306A271D-6432-4DFD-8F16-D3BF8B4960C8}" type="parTrans" cxnId="{6FF1B377-2014-47DF-ACCB-6118F51A4025}">
      <dgm:prSet/>
      <dgm:spPr/>
      <dgm:t>
        <a:bodyPr/>
        <a:lstStyle/>
        <a:p>
          <a:endParaRPr lang="en-US"/>
        </a:p>
      </dgm:t>
    </dgm:pt>
    <dgm:pt modelId="{D3BAB1E5-DFBC-43E2-9A57-CCDA03B14A9F}" type="sibTrans" cxnId="{6FF1B377-2014-47DF-ACCB-6118F51A4025}">
      <dgm:prSet/>
      <dgm:spPr/>
      <dgm:t>
        <a:bodyPr/>
        <a:lstStyle/>
        <a:p>
          <a:endParaRPr lang="en-US"/>
        </a:p>
      </dgm:t>
    </dgm:pt>
    <dgm:pt modelId="{1AEAB9EB-9777-4D45-9165-DA3CD6FBD9A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Functional connectivity used as adaptive graph bias</a:t>
          </a:r>
          <a:endParaRPr lang="en-US"/>
        </a:p>
      </dgm:t>
    </dgm:pt>
    <dgm:pt modelId="{BE0ABAAF-7A78-44D1-8FFB-A4BBE52C56DD}" type="parTrans" cxnId="{0D70B549-0FF4-4DB1-B82D-001E26BC3A1C}">
      <dgm:prSet/>
      <dgm:spPr/>
      <dgm:t>
        <a:bodyPr/>
        <a:lstStyle/>
        <a:p>
          <a:endParaRPr lang="en-US"/>
        </a:p>
      </dgm:t>
    </dgm:pt>
    <dgm:pt modelId="{02FEE405-7018-41B5-A0DE-C363617E9C39}" type="sibTrans" cxnId="{0D70B549-0FF4-4DB1-B82D-001E26BC3A1C}">
      <dgm:prSet/>
      <dgm:spPr/>
      <dgm:t>
        <a:bodyPr/>
        <a:lstStyle/>
        <a:p>
          <a:endParaRPr lang="en-US"/>
        </a:p>
      </dgm:t>
    </dgm:pt>
    <dgm:pt modelId="{F92BFE27-7DA0-4D60-AB85-24ADFF5E5515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Model learns discriminative representations without handcrafted features</a:t>
          </a:r>
          <a:endParaRPr lang="en-US"/>
        </a:p>
      </dgm:t>
    </dgm:pt>
    <dgm:pt modelId="{CB54751A-3901-4F2F-B25A-B0849F484936}" type="parTrans" cxnId="{0EAC6A6E-366F-4A03-A590-F9230FA0233F}">
      <dgm:prSet/>
      <dgm:spPr/>
      <dgm:t>
        <a:bodyPr/>
        <a:lstStyle/>
        <a:p>
          <a:endParaRPr lang="en-US"/>
        </a:p>
      </dgm:t>
    </dgm:pt>
    <dgm:pt modelId="{0CE4301B-87B2-402B-A996-35DD3C2C2378}" type="sibTrans" cxnId="{0EAC6A6E-366F-4A03-A590-F9230FA0233F}">
      <dgm:prSet/>
      <dgm:spPr/>
      <dgm:t>
        <a:bodyPr/>
        <a:lstStyle/>
        <a:p>
          <a:endParaRPr lang="en-US"/>
        </a:p>
      </dgm:t>
    </dgm:pt>
    <dgm:pt modelId="{0739D885-0747-4E2B-AEA3-436080384D22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Achieved reliable performance on MODMA dataset</a:t>
          </a:r>
          <a:endParaRPr lang="en-US"/>
        </a:p>
      </dgm:t>
    </dgm:pt>
    <dgm:pt modelId="{2A0CB5CE-5D2E-47B6-BC90-0D2BF5E1D7B9}" type="parTrans" cxnId="{CAB7DABF-832E-49EA-9DB2-BBDC518838CD}">
      <dgm:prSet/>
      <dgm:spPr/>
      <dgm:t>
        <a:bodyPr/>
        <a:lstStyle/>
        <a:p>
          <a:endParaRPr lang="en-US"/>
        </a:p>
      </dgm:t>
    </dgm:pt>
    <dgm:pt modelId="{24B01846-5BD5-4CB1-B87E-424FB5387EE2}" type="sibTrans" cxnId="{CAB7DABF-832E-49EA-9DB2-BBDC518838CD}">
      <dgm:prSet/>
      <dgm:spPr/>
      <dgm:t>
        <a:bodyPr/>
        <a:lstStyle/>
        <a:p>
          <a:endParaRPr lang="en-US"/>
        </a:p>
      </dgm:t>
    </dgm:pt>
    <dgm:pt modelId="{066056FA-61F1-4A55-8203-17C4D6ECD088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0" i="0" baseline="0"/>
            <a:t>Demonstrates feasibility of automated EEG-based MDD detection</a:t>
          </a:r>
          <a:endParaRPr lang="en-US"/>
        </a:p>
      </dgm:t>
    </dgm:pt>
    <dgm:pt modelId="{78450A1B-9628-4CE6-8C17-9B3C344CAFEC}" type="parTrans" cxnId="{3EE0FBCA-F601-405D-A400-78D89A5F7FDC}">
      <dgm:prSet/>
      <dgm:spPr/>
      <dgm:t>
        <a:bodyPr/>
        <a:lstStyle/>
        <a:p>
          <a:endParaRPr lang="en-US"/>
        </a:p>
      </dgm:t>
    </dgm:pt>
    <dgm:pt modelId="{0A1C2B36-A30C-4B6F-9238-F92747230A3F}" type="sibTrans" cxnId="{3EE0FBCA-F601-405D-A400-78D89A5F7FDC}">
      <dgm:prSet/>
      <dgm:spPr/>
      <dgm:t>
        <a:bodyPr/>
        <a:lstStyle/>
        <a:p>
          <a:endParaRPr lang="en-US"/>
        </a:p>
      </dgm:t>
    </dgm:pt>
    <dgm:pt modelId="{D25DB5B0-703C-426B-9A0C-1813AFD60266}" type="pres">
      <dgm:prSet presAssocID="{7269266E-8375-4BC3-BBFA-DE6941ADFB52}" presName="root" presStyleCnt="0">
        <dgm:presLayoutVars>
          <dgm:dir/>
          <dgm:resizeHandles val="exact"/>
        </dgm:presLayoutVars>
      </dgm:prSet>
      <dgm:spPr/>
    </dgm:pt>
    <dgm:pt modelId="{A9DF5231-E25E-4DEB-AD31-E89F094CD705}" type="pres">
      <dgm:prSet presAssocID="{C5BABD13-7EF0-4811-8391-704BD102754A}" presName="compNode" presStyleCnt="0"/>
      <dgm:spPr/>
    </dgm:pt>
    <dgm:pt modelId="{B62EE16A-123B-42D3-A006-21D0CFF9FA77}" type="pres">
      <dgm:prSet presAssocID="{C5BABD13-7EF0-4811-8391-704BD102754A}" presName="bgRect" presStyleLbl="bgShp" presStyleIdx="0" presStyleCnt="5"/>
      <dgm:spPr/>
    </dgm:pt>
    <dgm:pt modelId="{1382A7D8-81A5-4421-9CB8-7B1E130C1EC8}" type="pres">
      <dgm:prSet presAssocID="{C5BABD13-7EF0-4811-8391-704BD10275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A6FE431-BC0D-4549-BEF1-A79E9126643D}" type="pres">
      <dgm:prSet presAssocID="{C5BABD13-7EF0-4811-8391-704BD102754A}" presName="spaceRect" presStyleCnt="0"/>
      <dgm:spPr/>
    </dgm:pt>
    <dgm:pt modelId="{CD925CCE-A64D-4EA8-90B4-A7C1082FD0F5}" type="pres">
      <dgm:prSet presAssocID="{C5BABD13-7EF0-4811-8391-704BD102754A}" presName="parTx" presStyleLbl="revTx" presStyleIdx="0" presStyleCnt="5">
        <dgm:presLayoutVars>
          <dgm:chMax val="0"/>
          <dgm:chPref val="0"/>
        </dgm:presLayoutVars>
      </dgm:prSet>
      <dgm:spPr/>
    </dgm:pt>
    <dgm:pt modelId="{C64ABC6B-B79B-471E-9BA1-507CC4F7BC26}" type="pres">
      <dgm:prSet presAssocID="{D3BAB1E5-DFBC-43E2-9A57-CCDA03B14A9F}" presName="sibTrans" presStyleCnt="0"/>
      <dgm:spPr/>
    </dgm:pt>
    <dgm:pt modelId="{F30C4877-4445-4EB2-8823-91AFBCE7D41D}" type="pres">
      <dgm:prSet presAssocID="{1AEAB9EB-9777-4D45-9165-DA3CD6FBD9AF}" presName="compNode" presStyleCnt="0"/>
      <dgm:spPr/>
    </dgm:pt>
    <dgm:pt modelId="{DD5CB383-2085-4132-80E7-B6AE080FCA96}" type="pres">
      <dgm:prSet presAssocID="{1AEAB9EB-9777-4D45-9165-DA3CD6FBD9AF}" presName="bgRect" presStyleLbl="bgShp" presStyleIdx="1" presStyleCnt="5"/>
      <dgm:spPr/>
    </dgm:pt>
    <dgm:pt modelId="{4DC414A8-DC06-4E70-9256-8ED9BF4B59C6}" type="pres">
      <dgm:prSet presAssocID="{1AEAB9EB-9777-4D45-9165-DA3CD6FBD9A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B2004B4-610F-444A-B03E-C30FCEDD6045}" type="pres">
      <dgm:prSet presAssocID="{1AEAB9EB-9777-4D45-9165-DA3CD6FBD9AF}" presName="spaceRect" presStyleCnt="0"/>
      <dgm:spPr/>
    </dgm:pt>
    <dgm:pt modelId="{CADA2109-5C8F-44B7-9302-B22C0A03D95E}" type="pres">
      <dgm:prSet presAssocID="{1AEAB9EB-9777-4D45-9165-DA3CD6FBD9AF}" presName="parTx" presStyleLbl="revTx" presStyleIdx="1" presStyleCnt="5">
        <dgm:presLayoutVars>
          <dgm:chMax val="0"/>
          <dgm:chPref val="0"/>
        </dgm:presLayoutVars>
      </dgm:prSet>
      <dgm:spPr/>
    </dgm:pt>
    <dgm:pt modelId="{69BFE2AE-0EEE-4D43-8B24-F9D2FDB1FABA}" type="pres">
      <dgm:prSet presAssocID="{02FEE405-7018-41B5-A0DE-C363617E9C39}" presName="sibTrans" presStyleCnt="0"/>
      <dgm:spPr/>
    </dgm:pt>
    <dgm:pt modelId="{D8031F9F-4A3C-40F9-B8BC-E23A36DA4434}" type="pres">
      <dgm:prSet presAssocID="{F92BFE27-7DA0-4D60-AB85-24ADFF5E5515}" presName="compNode" presStyleCnt="0"/>
      <dgm:spPr/>
    </dgm:pt>
    <dgm:pt modelId="{D15AC0EA-2302-4F30-B636-581F108D1263}" type="pres">
      <dgm:prSet presAssocID="{F92BFE27-7DA0-4D60-AB85-24ADFF5E5515}" presName="bgRect" presStyleLbl="bgShp" presStyleIdx="2" presStyleCnt="5"/>
      <dgm:spPr/>
    </dgm:pt>
    <dgm:pt modelId="{F6BD3145-C47D-4F5E-B74A-125E192D3AE1}" type="pres">
      <dgm:prSet presAssocID="{F92BFE27-7DA0-4D60-AB85-24ADFF5E55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6B97648-ACA2-4490-989A-9EAC3EFB14C3}" type="pres">
      <dgm:prSet presAssocID="{F92BFE27-7DA0-4D60-AB85-24ADFF5E5515}" presName="spaceRect" presStyleCnt="0"/>
      <dgm:spPr/>
    </dgm:pt>
    <dgm:pt modelId="{71B195E2-07B7-4B87-9251-CF477994E90E}" type="pres">
      <dgm:prSet presAssocID="{F92BFE27-7DA0-4D60-AB85-24ADFF5E5515}" presName="parTx" presStyleLbl="revTx" presStyleIdx="2" presStyleCnt="5">
        <dgm:presLayoutVars>
          <dgm:chMax val="0"/>
          <dgm:chPref val="0"/>
        </dgm:presLayoutVars>
      </dgm:prSet>
      <dgm:spPr/>
    </dgm:pt>
    <dgm:pt modelId="{CD075059-50E4-4D84-BDC3-E75077F14801}" type="pres">
      <dgm:prSet presAssocID="{0CE4301B-87B2-402B-A996-35DD3C2C2378}" presName="sibTrans" presStyleCnt="0"/>
      <dgm:spPr/>
    </dgm:pt>
    <dgm:pt modelId="{C39D8C09-D5F9-455A-BC49-C4CF1B3BC79E}" type="pres">
      <dgm:prSet presAssocID="{0739D885-0747-4E2B-AEA3-436080384D22}" presName="compNode" presStyleCnt="0"/>
      <dgm:spPr/>
    </dgm:pt>
    <dgm:pt modelId="{C13E5AAE-0B41-453A-82C3-69FDE33ECFE5}" type="pres">
      <dgm:prSet presAssocID="{0739D885-0747-4E2B-AEA3-436080384D22}" presName="bgRect" presStyleLbl="bgShp" presStyleIdx="3" presStyleCnt="5"/>
      <dgm:spPr/>
    </dgm:pt>
    <dgm:pt modelId="{7B07FD27-A891-479C-85EF-31130D79BE84}" type="pres">
      <dgm:prSet presAssocID="{0739D885-0747-4E2B-AEA3-436080384D2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E519E0D-0CA0-4F0B-8099-1AF779D38B58}" type="pres">
      <dgm:prSet presAssocID="{0739D885-0747-4E2B-AEA3-436080384D22}" presName="spaceRect" presStyleCnt="0"/>
      <dgm:spPr/>
    </dgm:pt>
    <dgm:pt modelId="{FB858592-5070-4A91-89A3-51C8ADDD8991}" type="pres">
      <dgm:prSet presAssocID="{0739D885-0747-4E2B-AEA3-436080384D22}" presName="parTx" presStyleLbl="revTx" presStyleIdx="3" presStyleCnt="5">
        <dgm:presLayoutVars>
          <dgm:chMax val="0"/>
          <dgm:chPref val="0"/>
        </dgm:presLayoutVars>
      </dgm:prSet>
      <dgm:spPr/>
    </dgm:pt>
    <dgm:pt modelId="{78A897B5-E068-4E01-9D6B-AD86AE55AEBD}" type="pres">
      <dgm:prSet presAssocID="{24B01846-5BD5-4CB1-B87E-424FB5387EE2}" presName="sibTrans" presStyleCnt="0"/>
      <dgm:spPr/>
    </dgm:pt>
    <dgm:pt modelId="{FBA30F2A-AF11-4376-BE07-E753D670FF44}" type="pres">
      <dgm:prSet presAssocID="{066056FA-61F1-4A55-8203-17C4D6ECD088}" presName="compNode" presStyleCnt="0"/>
      <dgm:spPr/>
    </dgm:pt>
    <dgm:pt modelId="{FA9D4086-9FA0-4E46-BCD7-8361A870D417}" type="pres">
      <dgm:prSet presAssocID="{066056FA-61F1-4A55-8203-17C4D6ECD088}" presName="bgRect" presStyleLbl="bgShp" presStyleIdx="4" presStyleCnt="5"/>
      <dgm:spPr/>
    </dgm:pt>
    <dgm:pt modelId="{B1BA7EBD-9A43-4822-A357-6517C4F95269}" type="pres">
      <dgm:prSet presAssocID="{066056FA-61F1-4A55-8203-17C4D6ECD08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8A22213-00C3-44E0-980D-23EDE4195B3E}" type="pres">
      <dgm:prSet presAssocID="{066056FA-61F1-4A55-8203-17C4D6ECD088}" presName="spaceRect" presStyleCnt="0"/>
      <dgm:spPr/>
    </dgm:pt>
    <dgm:pt modelId="{67715E86-5D91-422A-B9B4-C8125BE8BEF3}" type="pres">
      <dgm:prSet presAssocID="{066056FA-61F1-4A55-8203-17C4D6ECD08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5E7650A-89CF-4FB0-92AB-A0312390EBD9}" type="presOf" srcId="{F92BFE27-7DA0-4D60-AB85-24ADFF5E5515}" destId="{71B195E2-07B7-4B87-9251-CF477994E90E}" srcOrd="0" destOrd="0" presId="urn:microsoft.com/office/officeart/2018/2/layout/IconVerticalSolidList"/>
    <dgm:cxn modelId="{4B6A6B10-E530-4E78-B5B4-280E4AF67E00}" type="presOf" srcId="{7269266E-8375-4BC3-BBFA-DE6941ADFB52}" destId="{D25DB5B0-703C-426B-9A0C-1813AFD60266}" srcOrd="0" destOrd="0" presId="urn:microsoft.com/office/officeart/2018/2/layout/IconVerticalSolidList"/>
    <dgm:cxn modelId="{30050C27-7907-45CB-A915-DDBBBBE8230B}" type="presOf" srcId="{066056FA-61F1-4A55-8203-17C4D6ECD088}" destId="{67715E86-5D91-422A-B9B4-C8125BE8BEF3}" srcOrd="0" destOrd="0" presId="urn:microsoft.com/office/officeart/2018/2/layout/IconVerticalSolidList"/>
    <dgm:cxn modelId="{766CA75B-982B-4541-A9A1-7F81B94D2C44}" type="presOf" srcId="{C5BABD13-7EF0-4811-8391-704BD102754A}" destId="{CD925CCE-A64D-4EA8-90B4-A7C1082FD0F5}" srcOrd="0" destOrd="0" presId="urn:microsoft.com/office/officeart/2018/2/layout/IconVerticalSolidList"/>
    <dgm:cxn modelId="{D519D55B-61A0-439B-88E0-AED0C7FE6F17}" type="presOf" srcId="{1AEAB9EB-9777-4D45-9165-DA3CD6FBD9AF}" destId="{CADA2109-5C8F-44B7-9302-B22C0A03D95E}" srcOrd="0" destOrd="0" presId="urn:microsoft.com/office/officeart/2018/2/layout/IconVerticalSolidList"/>
    <dgm:cxn modelId="{0D70B549-0FF4-4DB1-B82D-001E26BC3A1C}" srcId="{7269266E-8375-4BC3-BBFA-DE6941ADFB52}" destId="{1AEAB9EB-9777-4D45-9165-DA3CD6FBD9AF}" srcOrd="1" destOrd="0" parTransId="{BE0ABAAF-7A78-44D1-8FFB-A4BBE52C56DD}" sibTransId="{02FEE405-7018-41B5-A0DE-C363617E9C39}"/>
    <dgm:cxn modelId="{0EAC6A6E-366F-4A03-A590-F9230FA0233F}" srcId="{7269266E-8375-4BC3-BBFA-DE6941ADFB52}" destId="{F92BFE27-7DA0-4D60-AB85-24ADFF5E5515}" srcOrd="2" destOrd="0" parTransId="{CB54751A-3901-4F2F-B25A-B0849F484936}" sibTransId="{0CE4301B-87B2-402B-A996-35DD3C2C2378}"/>
    <dgm:cxn modelId="{6FF1B377-2014-47DF-ACCB-6118F51A4025}" srcId="{7269266E-8375-4BC3-BBFA-DE6941ADFB52}" destId="{C5BABD13-7EF0-4811-8391-704BD102754A}" srcOrd="0" destOrd="0" parTransId="{306A271D-6432-4DFD-8F16-D3BF8B4960C8}" sibTransId="{D3BAB1E5-DFBC-43E2-9A57-CCDA03B14A9F}"/>
    <dgm:cxn modelId="{470FBD7B-569D-4B87-A0D4-CEBB9027E59F}" type="presOf" srcId="{0739D885-0747-4E2B-AEA3-436080384D22}" destId="{FB858592-5070-4A91-89A3-51C8ADDD8991}" srcOrd="0" destOrd="0" presId="urn:microsoft.com/office/officeart/2018/2/layout/IconVerticalSolidList"/>
    <dgm:cxn modelId="{CAB7DABF-832E-49EA-9DB2-BBDC518838CD}" srcId="{7269266E-8375-4BC3-BBFA-DE6941ADFB52}" destId="{0739D885-0747-4E2B-AEA3-436080384D22}" srcOrd="3" destOrd="0" parTransId="{2A0CB5CE-5D2E-47B6-BC90-0D2BF5E1D7B9}" sibTransId="{24B01846-5BD5-4CB1-B87E-424FB5387EE2}"/>
    <dgm:cxn modelId="{3EE0FBCA-F601-405D-A400-78D89A5F7FDC}" srcId="{7269266E-8375-4BC3-BBFA-DE6941ADFB52}" destId="{066056FA-61F1-4A55-8203-17C4D6ECD088}" srcOrd="4" destOrd="0" parTransId="{78450A1B-9628-4CE6-8C17-9B3C344CAFEC}" sibTransId="{0A1C2B36-A30C-4B6F-9238-F92747230A3F}"/>
    <dgm:cxn modelId="{4094E6D2-D5EF-45EF-883A-DEF67B34A86A}" type="presParOf" srcId="{D25DB5B0-703C-426B-9A0C-1813AFD60266}" destId="{A9DF5231-E25E-4DEB-AD31-E89F094CD705}" srcOrd="0" destOrd="0" presId="urn:microsoft.com/office/officeart/2018/2/layout/IconVerticalSolidList"/>
    <dgm:cxn modelId="{770A41E4-62BF-4BC6-8D3F-F6190AA31351}" type="presParOf" srcId="{A9DF5231-E25E-4DEB-AD31-E89F094CD705}" destId="{B62EE16A-123B-42D3-A006-21D0CFF9FA77}" srcOrd="0" destOrd="0" presId="urn:microsoft.com/office/officeart/2018/2/layout/IconVerticalSolidList"/>
    <dgm:cxn modelId="{EC44D57E-EF3C-46F7-A89F-FE16711BA6D6}" type="presParOf" srcId="{A9DF5231-E25E-4DEB-AD31-E89F094CD705}" destId="{1382A7D8-81A5-4421-9CB8-7B1E130C1EC8}" srcOrd="1" destOrd="0" presId="urn:microsoft.com/office/officeart/2018/2/layout/IconVerticalSolidList"/>
    <dgm:cxn modelId="{9A43AD76-14D9-4C3E-A354-B61608C25FA3}" type="presParOf" srcId="{A9DF5231-E25E-4DEB-AD31-E89F094CD705}" destId="{1A6FE431-BC0D-4549-BEF1-A79E9126643D}" srcOrd="2" destOrd="0" presId="urn:microsoft.com/office/officeart/2018/2/layout/IconVerticalSolidList"/>
    <dgm:cxn modelId="{A7008091-92E6-431C-87E5-912EDE702691}" type="presParOf" srcId="{A9DF5231-E25E-4DEB-AD31-E89F094CD705}" destId="{CD925CCE-A64D-4EA8-90B4-A7C1082FD0F5}" srcOrd="3" destOrd="0" presId="urn:microsoft.com/office/officeart/2018/2/layout/IconVerticalSolidList"/>
    <dgm:cxn modelId="{E5CE7D03-313F-468B-95F0-B5ED9A946A2B}" type="presParOf" srcId="{D25DB5B0-703C-426B-9A0C-1813AFD60266}" destId="{C64ABC6B-B79B-471E-9BA1-507CC4F7BC26}" srcOrd="1" destOrd="0" presId="urn:microsoft.com/office/officeart/2018/2/layout/IconVerticalSolidList"/>
    <dgm:cxn modelId="{704663B9-4841-4EE8-A5ED-4D61897BF44D}" type="presParOf" srcId="{D25DB5B0-703C-426B-9A0C-1813AFD60266}" destId="{F30C4877-4445-4EB2-8823-91AFBCE7D41D}" srcOrd="2" destOrd="0" presId="urn:microsoft.com/office/officeart/2018/2/layout/IconVerticalSolidList"/>
    <dgm:cxn modelId="{B1A2A507-7886-4CE4-A7B5-4EA183B31CD1}" type="presParOf" srcId="{F30C4877-4445-4EB2-8823-91AFBCE7D41D}" destId="{DD5CB383-2085-4132-80E7-B6AE080FCA96}" srcOrd="0" destOrd="0" presId="urn:microsoft.com/office/officeart/2018/2/layout/IconVerticalSolidList"/>
    <dgm:cxn modelId="{E5DCA4FE-2733-4CC2-B941-E0ECBD24303E}" type="presParOf" srcId="{F30C4877-4445-4EB2-8823-91AFBCE7D41D}" destId="{4DC414A8-DC06-4E70-9256-8ED9BF4B59C6}" srcOrd="1" destOrd="0" presId="urn:microsoft.com/office/officeart/2018/2/layout/IconVerticalSolidList"/>
    <dgm:cxn modelId="{6101146B-218A-4F39-9011-94F9B4959725}" type="presParOf" srcId="{F30C4877-4445-4EB2-8823-91AFBCE7D41D}" destId="{2B2004B4-610F-444A-B03E-C30FCEDD6045}" srcOrd="2" destOrd="0" presId="urn:microsoft.com/office/officeart/2018/2/layout/IconVerticalSolidList"/>
    <dgm:cxn modelId="{CC2DB6A6-99FF-491B-B4E8-9C64C47771AF}" type="presParOf" srcId="{F30C4877-4445-4EB2-8823-91AFBCE7D41D}" destId="{CADA2109-5C8F-44B7-9302-B22C0A03D95E}" srcOrd="3" destOrd="0" presId="urn:microsoft.com/office/officeart/2018/2/layout/IconVerticalSolidList"/>
    <dgm:cxn modelId="{EC6F026B-A536-4E62-8D36-721CCBC7ACDD}" type="presParOf" srcId="{D25DB5B0-703C-426B-9A0C-1813AFD60266}" destId="{69BFE2AE-0EEE-4D43-8B24-F9D2FDB1FABA}" srcOrd="3" destOrd="0" presId="urn:microsoft.com/office/officeart/2018/2/layout/IconVerticalSolidList"/>
    <dgm:cxn modelId="{51759D68-3900-40A8-963A-4B75628B83A7}" type="presParOf" srcId="{D25DB5B0-703C-426B-9A0C-1813AFD60266}" destId="{D8031F9F-4A3C-40F9-B8BC-E23A36DA4434}" srcOrd="4" destOrd="0" presId="urn:microsoft.com/office/officeart/2018/2/layout/IconVerticalSolidList"/>
    <dgm:cxn modelId="{56D304E1-C4CA-4B98-B5A6-C944D86A1310}" type="presParOf" srcId="{D8031F9F-4A3C-40F9-B8BC-E23A36DA4434}" destId="{D15AC0EA-2302-4F30-B636-581F108D1263}" srcOrd="0" destOrd="0" presId="urn:microsoft.com/office/officeart/2018/2/layout/IconVerticalSolidList"/>
    <dgm:cxn modelId="{4BDB2D75-44E2-4828-BF94-78F770546D66}" type="presParOf" srcId="{D8031F9F-4A3C-40F9-B8BC-E23A36DA4434}" destId="{F6BD3145-C47D-4F5E-B74A-125E192D3AE1}" srcOrd="1" destOrd="0" presId="urn:microsoft.com/office/officeart/2018/2/layout/IconVerticalSolidList"/>
    <dgm:cxn modelId="{AF8F61FB-89A9-45D3-90DF-09B933451FA6}" type="presParOf" srcId="{D8031F9F-4A3C-40F9-B8BC-E23A36DA4434}" destId="{96B97648-ACA2-4490-989A-9EAC3EFB14C3}" srcOrd="2" destOrd="0" presId="urn:microsoft.com/office/officeart/2018/2/layout/IconVerticalSolidList"/>
    <dgm:cxn modelId="{F588DA3F-2325-4FB8-BEAD-B4DC831CF95F}" type="presParOf" srcId="{D8031F9F-4A3C-40F9-B8BC-E23A36DA4434}" destId="{71B195E2-07B7-4B87-9251-CF477994E90E}" srcOrd="3" destOrd="0" presId="urn:microsoft.com/office/officeart/2018/2/layout/IconVerticalSolidList"/>
    <dgm:cxn modelId="{0329CC1A-551F-46D7-8126-41EB271840D2}" type="presParOf" srcId="{D25DB5B0-703C-426B-9A0C-1813AFD60266}" destId="{CD075059-50E4-4D84-BDC3-E75077F14801}" srcOrd="5" destOrd="0" presId="urn:microsoft.com/office/officeart/2018/2/layout/IconVerticalSolidList"/>
    <dgm:cxn modelId="{325E95C4-CADA-4CE7-80A9-92E54E42C81D}" type="presParOf" srcId="{D25DB5B0-703C-426B-9A0C-1813AFD60266}" destId="{C39D8C09-D5F9-455A-BC49-C4CF1B3BC79E}" srcOrd="6" destOrd="0" presId="urn:microsoft.com/office/officeart/2018/2/layout/IconVerticalSolidList"/>
    <dgm:cxn modelId="{11D29CFE-4FA9-47B3-BCAC-5D0C07665D74}" type="presParOf" srcId="{C39D8C09-D5F9-455A-BC49-C4CF1B3BC79E}" destId="{C13E5AAE-0B41-453A-82C3-69FDE33ECFE5}" srcOrd="0" destOrd="0" presId="urn:microsoft.com/office/officeart/2018/2/layout/IconVerticalSolidList"/>
    <dgm:cxn modelId="{FD643701-B635-4ADC-9B43-34CA5A87FBC0}" type="presParOf" srcId="{C39D8C09-D5F9-455A-BC49-C4CF1B3BC79E}" destId="{7B07FD27-A891-479C-85EF-31130D79BE84}" srcOrd="1" destOrd="0" presId="urn:microsoft.com/office/officeart/2018/2/layout/IconVerticalSolidList"/>
    <dgm:cxn modelId="{029BFD19-686D-4788-BDA8-6191F004DA5B}" type="presParOf" srcId="{C39D8C09-D5F9-455A-BC49-C4CF1B3BC79E}" destId="{8E519E0D-0CA0-4F0B-8099-1AF779D38B58}" srcOrd="2" destOrd="0" presId="urn:microsoft.com/office/officeart/2018/2/layout/IconVerticalSolidList"/>
    <dgm:cxn modelId="{CB109915-D53C-4D59-8ECD-506D6E89DF58}" type="presParOf" srcId="{C39D8C09-D5F9-455A-BC49-C4CF1B3BC79E}" destId="{FB858592-5070-4A91-89A3-51C8ADDD8991}" srcOrd="3" destOrd="0" presId="urn:microsoft.com/office/officeart/2018/2/layout/IconVerticalSolidList"/>
    <dgm:cxn modelId="{4B16B315-DB2D-4EE9-969F-6E03243DF5B1}" type="presParOf" srcId="{D25DB5B0-703C-426B-9A0C-1813AFD60266}" destId="{78A897B5-E068-4E01-9D6B-AD86AE55AEBD}" srcOrd="7" destOrd="0" presId="urn:microsoft.com/office/officeart/2018/2/layout/IconVerticalSolidList"/>
    <dgm:cxn modelId="{8798C0F0-97BC-466D-A63C-634A7F0FAFB0}" type="presParOf" srcId="{D25DB5B0-703C-426B-9A0C-1813AFD60266}" destId="{FBA30F2A-AF11-4376-BE07-E753D670FF44}" srcOrd="8" destOrd="0" presId="urn:microsoft.com/office/officeart/2018/2/layout/IconVerticalSolidList"/>
    <dgm:cxn modelId="{A632403C-0AA8-43E2-9951-593A3C6FDA9C}" type="presParOf" srcId="{FBA30F2A-AF11-4376-BE07-E753D670FF44}" destId="{FA9D4086-9FA0-4E46-BCD7-8361A870D417}" srcOrd="0" destOrd="0" presId="urn:microsoft.com/office/officeart/2018/2/layout/IconVerticalSolidList"/>
    <dgm:cxn modelId="{BFAE209C-2E93-453E-AEB1-D6B1046AB75C}" type="presParOf" srcId="{FBA30F2A-AF11-4376-BE07-E753D670FF44}" destId="{B1BA7EBD-9A43-4822-A357-6517C4F95269}" srcOrd="1" destOrd="0" presId="urn:microsoft.com/office/officeart/2018/2/layout/IconVerticalSolidList"/>
    <dgm:cxn modelId="{41B0E62B-69CC-454F-A4C2-E69A269106E3}" type="presParOf" srcId="{FBA30F2A-AF11-4376-BE07-E753D670FF44}" destId="{C8A22213-00C3-44E0-980D-23EDE4195B3E}" srcOrd="2" destOrd="0" presId="urn:microsoft.com/office/officeart/2018/2/layout/IconVerticalSolidList"/>
    <dgm:cxn modelId="{DCC2862A-0102-4710-B37A-5BA0B3DBD94C}" type="presParOf" srcId="{FBA30F2A-AF11-4376-BE07-E753D670FF44}" destId="{67715E86-5D91-422A-B9B4-C8125BE8BE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63D0F-29D7-453A-A1E9-B4C29841DA69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F19A1-D4F5-4675-9445-D3F51B6A1AB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BDFB8-BDDD-436E-954C-A480314AC671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</a:t>
          </a:r>
        </a:p>
      </dsp:txBody>
      <dsp:txXfrm>
        <a:off x="836323" y="3399"/>
        <a:ext cx="9679276" cy="724089"/>
      </dsp:txXfrm>
    </dsp:sp>
    <dsp:sp modelId="{2BB27E4F-4350-4740-B81D-5A9889A66BD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39738-992C-4DDD-B3F8-DF094371675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92898-E20A-4970-94DF-7E5EC596FB0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Literature Review</a:t>
          </a:r>
        </a:p>
      </dsp:txBody>
      <dsp:txXfrm>
        <a:off x="836323" y="908511"/>
        <a:ext cx="9679276" cy="724089"/>
      </dsp:txXfrm>
    </dsp:sp>
    <dsp:sp modelId="{A61ED87C-A726-4346-8DD8-F2C4236164F1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15388-E434-41CC-928C-819F4B4073FF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D5242-05CE-46F0-97CC-E13C7F060494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Methodology</a:t>
          </a:r>
        </a:p>
      </dsp:txBody>
      <dsp:txXfrm>
        <a:off x="836323" y="1813624"/>
        <a:ext cx="9679276" cy="724089"/>
      </dsp:txXfrm>
    </dsp:sp>
    <dsp:sp modelId="{7F2FDE3B-EAAB-492A-8A29-106BE93EA3A2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19557-C6EF-4BC2-8F64-301F67F3529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4A5BC9-9887-4417-881C-FB9F6CF07FBD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Experiments and Results</a:t>
          </a:r>
        </a:p>
      </dsp:txBody>
      <dsp:txXfrm>
        <a:off x="836323" y="2718736"/>
        <a:ext cx="9679276" cy="724089"/>
      </dsp:txXfrm>
    </dsp:sp>
    <dsp:sp modelId="{43690E81-B401-49E0-8684-CB33B1C26560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30FB7-BEAD-4099-A861-14703F61BDBE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696DF-455A-4E62-9D63-C6744935C9F1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</a:t>
          </a:r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BBCF9-6A28-44FC-B77C-D3782B390299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C4F7BA-406D-4F91-95C7-CB8C33A3026D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/>
            <a:t>EEG-based depression detection is challenging due to signal complexity</a:t>
          </a:r>
          <a:endParaRPr lang="en-US" sz="2200" kern="1200"/>
        </a:p>
      </dsp:txBody>
      <dsp:txXfrm>
        <a:off x="383617" y="1447754"/>
        <a:ext cx="2847502" cy="1768010"/>
      </dsp:txXfrm>
    </dsp:sp>
    <dsp:sp modelId="{1647463C-4A45-4FB1-833E-0FDE34BE94A7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4256EC-2E3A-40A7-9ABF-7F1FCCEAB076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/>
            <a:t>EEG signals are noisy, non-stationary, and high-dimensional</a:t>
          </a:r>
          <a:endParaRPr lang="en-US" sz="2200" kern="1200"/>
        </a:p>
      </dsp:txBody>
      <dsp:txXfrm>
        <a:off x="3998355" y="1447754"/>
        <a:ext cx="2847502" cy="1768010"/>
      </dsp:txXfrm>
    </dsp:sp>
    <dsp:sp modelId="{402CE6D9-8334-46F1-AC86-A0EF34F494B4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476630D-D98B-4706-9FCE-B099D5FE3205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/>
            <a:t>Existing models struggle to capture global brain interactions effectively</a:t>
          </a:r>
          <a:endParaRPr lang="en-US" sz="2200" kern="1200"/>
        </a:p>
      </dsp:txBody>
      <dsp:txXfrm>
        <a:off x="7613092" y="1447754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8561A-7C58-4C81-930B-0CD14D4EDA79}">
      <dsp:nvSpPr>
        <dsp:cNvPr id="0" name=""/>
        <dsp:cNvSpPr/>
      </dsp:nvSpPr>
      <dsp:spPr>
        <a:xfrm>
          <a:off x="0" y="2687"/>
          <a:ext cx="626364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12B19-716F-4069-88AE-C3987F6FD432}">
      <dsp:nvSpPr>
        <dsp:cNvPr id="0" name=""/>
        <dsp:cNvSpPr/>
      </dsp:nvSpPr>
      <dsp:spPr>
        <a:xfrm>
          <a:off x="0" y="2687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To develop EEG model for accurate detection of affective states and estimation of depression detection.</a:t>
          </a:r>
          <a:endParaRPr lang="en-US" sz="2400" kern="1200" dirty="0"/>
        </a:p>
      </dsp:txBody>
      <dsp:txXfrm>
        <a:off x="0" y="2687"/>
        <a:ext cx="6263640" cy="1833104"/>
      </dsp:txXfrm>
    </dsp:sp>
    <dsp:sp modelId="{BF87CC97-1383-4F68-8A5B-F67BAF7A4CDA}">
      <dsp:nvSpPr>
        <dsp:cNvPr id="0" name=""/>
        <dsp:cNvSpPr/>
      </dsp:nvSpPr>
      <dsp:spPr>
        <a:xfrm>
          <a:off x="0" y="1835791"/>
          <a:ext cx="626364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F52DA-9B8F-4B48-9605-38B72BE2710D}">
      <dsp:nvSpPr>
        <dsp:cNvPr id="0" name=""/>
        <dsp:cNvSpPr/>
      </dsp:nvSpPr>
      <dsp:spPr>
        <a:xfrm>
          <a:off x="0" y="1835791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To identify and extract discriminative EEG patterns.</a:t>
          </a:r>
          <a:endParaRPr lang="en-US" sz="2400" kern="1200" dirty="0"/>
        </a:p>
      </dsp:txBody>
      <dsp:txXfrm>
        <a:off x="0" y="1835791"/>
        <a:ext cx="6263640" cy="1833104"/>
      </dsp:txXfrm>
    </dsp:sp>
    <dsp:sp modelId="{22A82240-33B1-4960-A461-F4E85E22F7DC}">
      <dsp:nvSpPr>
        <dsp:cNvPr id="0" name=""/>
        <dsp:cNvSpPr/>
      </dsp:nvSpPr>
      <dsp:spPr>
        <a:xfrm>
          <a:off x="0" y="3668896"/>
          <a:ext cx="626364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E3234-5ADC-4F41-89B2-BE752C1A10D7}">
      <dsp:nvSpPr>
        <dsp:cNvPr id="0" name=""/>
        <dsp:cNvSpPr/>
      </dsp:nvSpPr>
      <dsp:spPr>
        <a:xfrm>
          <a:off x="0" y="3668896"/>
          <a:ext cx="6263640" cy="1833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To evaluate the performance of machine learning and deep learning approaches for clinical applicability.</a:t>
          </a:r>
          <a:endParaRPr lang="en-US" sz="2400" kern="1200" dirty="0"/>
        </a:p>
      </dsp:txBody>
      <dsp:txXfrm>
        <a:off x="0" y="3668896"/>
        <a:ext cx="6263640" cy="18331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00E26-D218-4F9D-9098-633C6F45776A}">
      <dsp:nvSpPr>
        <dsp:cNvPr id="0" name=""/>
        <dsp:cNvSpPr/>
      </dsp:nvSpPr>
      <dsp:spPr>
        <a:xfrm>
          <a:off x="0" y="548"/>
          <a:ext cx="63907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F4799-46BC-440B-8720-52F0E59DF746}">
      <dsp:nvSpPr>
        <dsp:cNvPr id="0" name=""/>
        <dsp:cNvSpPr/>
      </dsp:nvSpPr>
      <dsp:spPr>
        <a:xfrm>
          <a:off x="0" y="548"/>
          <a:ext cx="6390767" cy="898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 dirty="0"/>
            <a:t>Original EEG recordings contain 128 channels</a:t>
          </a:r>
          <a:endParaRPr lang="en-US" sz="2200" kern="1200" dirty="0"/>
        </a:p>
      </dsp:txBody>
      <dsp:txXfrm>
        <a:off x="0" y="548"/>
        <a:ext cx="6390767" cy="898488"/>
      </dsp:txXfrm>
    </dsp:sp>
    <dsp:sp modelId="{3F7EACF0-0577-4616-99D0-613B43977FB3}">
      <dsp:nvSpPr>
        <dsp:cNvPr id="0" name=""/>
        <dsp:cNvSpPr/>
      </dsp:nvSpPr>
      <dsp:spPr>
        <a:xfrm>
          <a:off x="0" y="899036"/>
          <a:ext cx="63907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09D45-81A0-4E59-8366-11220F209ADD}">
      <dsp:nvSpPr>
        <dsp:cNvPr id="0" name=""/>
        <dsp:cNvSpPr/>
      </dsp:nvSpPr>
      <dsp:spPr>
        <a:xfrm>
          <a:off x="0" y="899036"/>
          <a:ext cx="6390767" cy="898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 dirty="0"/>
            <a:t>High channel dimensionality increases redundancy and computational cost</a:t>
          </a:r>
          <a:endParaRPr lang="en-US" sz="2200" kern="1200" dirty="0"/>
        </a:p>
      </dsp:txBody>
      <dsp:txXfrm>
        <a:off x="0" y="899036"/>
        <a:ext cx="6390767" cy="898488"/>
      </dsp:txXfrm>
    </dsp:sp>
    <dsp:sp modelId="{F885DF42-6DB5-4067-89B6-57E326688829}">
      <dsp:nvSpPr>
        <dsp:cNvPr id="0" name=""/>
        <dsp:cNvSpPr/>
      </dsp:nvSpPr>
      <dsp:spPr>
        <a:xfrm>
          <a:off x="0" y="1797524"/>
          <a:ext cx="63907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7D23A-FAF8-4529-8232-D8AEE67B6F1D}">
      <dsp:nvSpPr>
        <dsp:cNvPr id="0" name=""/>
        <dsp:cNvSpPr/>
      </dsp:nvSpPr>
      <dsp:spPr>
        <a:xfrm>
          <a:off x="0" y="1797524"/>
          <a:ext cx="6390767" cy="898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 dirty="0"/>
            <a:t>A filter-based channel selection approach is applied</a:t>
          </a:r>
          <a:endParaRPr lang="en-US" sz="2200" kern="1200" dirty="0"/>
        </a:p>
      </dsp:txBody>
      <dsp:txXfrm>
        <a:off x="0" y="1797524"/>
        <a:ext cx="6390767" cy="898488"/>
      </dsp:txXfrm>
    </dsp:sp>
    <dsp:sp modelId="{2590D582-76FA-4DBD-9505-408632BA6969}">
      <dsp:nvSpPr>
        <dsp:cNvPr id="0" name=""/>
        <dsp:cNvSpPr/>
      </dsp:nvSpPr>
      <dsp:spPr>
        <a:xfrm>
          <a:off x="0" y="2696013"/>
          <a:ext cx="63907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60983-B1DD-47F1-83AA-E86BE52D05A4}">
      <dsp:nvSpPr>
        <dsp:cNvPr id="0" name=""/>
        <dsp:cNvSpPr/>
      </dsp:nvSpPr>
      <dsp:spPr>
        <a:xfrm>
          <a:off x="0" y="2696013"/>
          <a:ext cx="6390767" cy="898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 dirty="0"/>
            <a:t>32 most informative channels are selected for analysis</a:t>
          </a:r>
          <a:endParaRPr lang="en-US" sz="2200" kern="1200" dirty="0"/>
        </a:p>
      </dsp:txBody>
      <dsp:txXfrm>
        <a:off x="0" y="2696013"/>
        <a:ext cx="6390767" cy="898488"/>
      </dsp:txXfrm>
    </dsp:sp>
    <dsp:sp modelId="{83C5E740-0FBE-43E0-B20D-7D3CF8BCFE12}">
      <dsp:nvSpPr>
        <dsp:cNvPr id="0" name=""/>
        <dsp:cNvSpPr/>
      </dsp:nvSpPr>
      <dsp:spPr>
        <a:xfrm>
          <a:off x="0" y="3594501"/>
          <a:ext cx="63907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55B65-6D5C-4CDE-9A3F-BC945D43C459}">
      <dsp:nvSpPr>
        <dsp:cNvPr id="0" name=""/>
        <dsp:cNvSpPr/>
      </dsp:nvSpPr>
      <dsp:spPr>
        <a:xfrm>
          <a:off x="0" y="3594501"/>
          <a:ext cx="6390767" cy="898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200" i="0" kern="1200" baseline="0" dirty="0"/>
            <a:t>Channel selection improves efficiency while preserving discriminative information</a:t>
          </a:r>
          <a:endParaRPr lang="en-US" sz="2200" kern="1200" dirty="0"/>
        </a:p>
      </dsp:txBody>
      <dsp:txXfrm>
        <a:off x="0" y="3594501"/>
        <a:ext cx="6390767" cy="8984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BC803-0644-4003-8CCC-B2B9F827ACCD}">
      <dsp:nvSpPr>
        <dsp:cNvPr id="0" name=""/>
        <dsp:cNvSpPr/>
      </dsp:nvSpPr>
      <dsp:spPr>
        <a:xfrm>
          <a:off x="56552" y="588706"/>
          <a:ext cx="1493894" cy="14938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1EEE6-3DDE-47C2-87BB-5F4B6D269280}">
      <dsp:nvSpPr>
        <dsp:cNvPr id="0" name=""/>
        <dsp:cNvSpPr/>
      </dsp:nvSpPr>
      <dsp:spPr>
        <a:xfrm>
          <a:off x="370270" y="902423"/>
          <a:ext cx="866458" cy="8664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81433-7D2B-4DA7-A4D7-DD4820925AD4}">
      <dsp:nvSpPr>
        <dsp:cNvPr id="0" name=""/>
        <dsp:cNvSpPr/>
      </dsp:nvSpPr>
      <dsp:spPr>
        <a:xfrm>
          <a:off x="1870567" y="588706"/>
          <a:ext cx="3521322" cy="1493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i="0" kern="1200" baseline="0" dirty="0"/>
            <a:t>The proposed graph-based transformer model performs classification at the EEG window level, where each temporal window is treated as an independent sample.</a:t>
          </a:r>
          <a:endParaRPr lang="en-US" sz="1700" kern="1200" dirty="0"/>
        </a:p>
      </dsp:txBody>
      <dsp:txXfrm>
        <a:off x="1870567" y="588706"/>
        <a:ext cx="3521322" cy="1493894"/>
      </dsp:txXfrm>
    </dsp:sp>
    <dsp:sp modelId="{70647B79-39E1-454C-8DFA-EB2E24DFFF3D}">
      <dsp:nvSpPr>
        <dsp:cNvPr id="0" name=""/>
        <dsp:cNvSpPr/>
      </dsp:nvSpPr>
      <dsp:spPr>
        <a:xfrm>
          <a:off x="6005453" y="588706"/>
          <a:ext cx="1493894" cy="14938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6F8E3-9970-4B39-BF50-15E25C9B48EA}">
      <dsp:nvSpPr>
        <dsp:cNvPr id="0" name=""/>
        <dsp:cNvSpPr/>
      </dsp:nvSpPr>
      <dsp:spPr>
        <a:xfrm>
          <a:off x="6319171" y="902423"/>
          <a:ext cx="866458" cy="8664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7F89B-FF88-4DDC-9D40-43F637E99A16}">
      <dsp:nvSpPr>
        <dsp:cNvPr id="0" name=""/>
        <dsp:cNvSpPr/>
      </dsp:nvSpPr>
      <dsp:spPr>
        <a:xfrm>
          <a:off x="7819467" y="588706"/>
          <a:ext cx="3521322" cy="1493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i="0" kern="1200" baseline="0"/>
            <a:t>Window-level predictions are obtained by passing the graph-structured EEG windows through the trained model in a supervised learning framework.</a:t>
          </a:r>
          <a:endParaRPr lang="en-US" sz="1700" kern="1200"/>
        </a:p>
      </dsp:txBody>
      <dsp:txXfrm>
        <a:off x="7819467" y="588706"/>
        <a:ext cx="3521322" cy="1493894"/>
      </dsp:txXfrm>
    </dsp:sp>
    <dsp:sp modelId="{A9001CED-D32A-4499-82E9-2D82EAB17624}">
      <dsp:nvSpPr>
        <dsp:cNvPr id="0" name=""/>
        <dsp:cNvSpPr/>
      </dsp:nvSpPr>
      <dsp:spPr>
        <a:xfrm>
          <a:off x="56552" y="2935713"/>
          <a:ext cx="1493894" cy="14938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919FA-DD2B-45CE-8C0B-5F9725D82AC8}">
      <dsp:nvSpPr>
        <dsp:cNvPr id="0" name=""/>
        <dsp:cNvSpPr/>
      </dsp:nvSpPr>
      <dsp:spPr>
        <a:xfrm>
          <a:off x="370270" y="3249431"/>
          <a:ext cx="866458" cy="8664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53099-5F8A-40A0-B85D-9A4B6363637C}">
      <dsp:nvSpPr>
        <dsp:cNvPr id="0" name=""/>
        <dsp:cNvSpPr/>
      </dsp:nvSpPr>
      <dsp:spPr>
        <a:xfrm>
          <a:off x="1870567" y="2935713"/>
          <a:ext cx="3521322" cy="1493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i="0" kern="1200" baseline="0"/>
            <a:t>Model performance is evaluated using 5-fold subject-wise cross-validation, ensuring robust and unbiased assessment.</a:t>
          </a:r>
          <a:endParaRPr lang="en-US" sz="1700" kern="1200"/>
        </a:p>
      </dsp:txBody>
      <dsp:txXfrm>
        <a:off x="1870567" y="2935713"/>
        <a:ext cx="3521322" cy="1493894"/>
      </dsp:txXfrm>
    </dsp:sp>
    <dsp:sp modelId="{2B2CEB14-705F-4A97-91D3-8B9C0CF63F13}">
      <dsp:nvSpPr>
        <dsp:cNvPr id="0" name=""/>
        <dsp:cNvSpPr/>
      </dsp:nvSpPr>
      <dsp:spPr>
        <a:xfrm>
          <a:off x="6005453" y="2935713"/>
          <a:ext cx="1493894" cy="14938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4730B-4242-4449-AE9F-9110F68F9908}">
      <dsp:nvSpPr>
        <dsp:cNvPr id="0" name=""/>
        <dsp:cNvSpPr/>
      </dsp:nvSpPr>
      <dsp:spPr>
        <a:xfrm>
          <a:off x="6319171" y="3249431"/>
          <a:ext cx="866458" cy="8664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9F369-1541-493B-BFAA-48DE542091C7}">
      <dsp:nvSpPr>
        <dsp:cNvPr id="0" name=""/>
        <dsp:cNvSpPr/>
      </dsp:nvSpPr>
      <dsp:spPr>
        <a:xfrm>
          <a:off x="7819467" y="2935713"/>
          <a:ext cx="3521322" cy="1493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700" i="0" kern="1200" baseline="0"/>
            <a:t>Standard evaluation metrics including accuracy, sensitivity, and specificity are computed based on window-level predictions.</a:t>
          </a:r>
          <a:endParaRPr lang="en-US" sz="1700" kern="1200"/>
        </a:p>
      </dsp:txBody>
      <dsp:txXfrm>
        <a:off x="7819467" y="2935713"/>
        <a:ext cx="3521322" cy="14938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2EE16A-123B-42D3-A006-21D0CFF9FA77}">
      <dsp:nvSpPr>
        <dsp:cNvPr id="0" name=""/>
        <dsp:cNvSpPr/>
      </dsp:nvSpPr>
      <dsp:spPr>
        <a:xfrm>
          <a:off x="0" y="3400"/>
          <a:ext cx="10515600" cy="72429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2A7D8-81A5-4421-9CB8-7B1E130C1EC8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25CCE-A64D-4EA8-90B4-A7C1082FD0F5}">
      <dsp:nvSpPr>
        <dsp:cNvPr id="0" name=""/>
        <dsp:cNvSpPr/>
      </dsp:nvSpPr>
      <dsp:spPr>
        <a:xfrm>
          <a:off x="836555" y="3400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Proposed a graph-based transformer framework for EEG-based depression detection</a:t>
          </a:r>
          <a:endParaRPr lang="en-US" sz="1900" kern="1200"/>
        </a:p>
      </dsp:txBody>
      <dsp:txXfrm>
        <a:off x="836555" y="3400"/>
        <a:ext cx="9679044" cy="724290"/>
      </dsp:txXfrm>
    </dsp:sp>
    <dsp:sp modelId="{DD5CB383-2085-4132-80E7-B6AE080FCA96}">
      <dsp:nvSpPr>
        <dsp:cNvPr id="0" name=""/>
        <dsp:cNvSpPr/>
      </dsp:nvSpPr>
      <dsp:spPr>
        <a:xfrm>
          <a:off x="0" y="908763"/>
          <a:ext cx="10515600" cy="72429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414A8-DC06-4E70-9256-8ED9BF4B59C6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A2109-5C8F-44B7-9302-B22C0A03D95E}">
      <dsp:nvSpPr>
        <dsp:cNvPr id="0" name=""/>
        <dsp:cNvSpPr/>
      </dsp:nvSpPr>
      <dsp:spPr>
        <a:xfrm>
          <a:off x="836555" y="90876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Functional connectivity used as adaptive graph bias</a:t>
          </a:r>
          <a:endParaRPr lang="en-US" sz="1900" kern="1200"/>
        </a:p>
      </dsp:txBody>
      <dsp:txXfrm>
        <a:off x="836555" y="908763"/>
        <a:ext cx="9679044" cy="724290"/>
      </dsp:txXfrm>
    </dsp:sp>
    <dsp:sp modelId="{D15AC0EA-2302-4F30-B636-581F108D1263}">
      <dsp:nvSpPr>
        <dsp:cNvPr id="0" name=""/>
        <dsp:cNvSpPr/>
      </dsp:nvSpPr>
      <dsp:spPr>
        <a:xfrm>
          <a:off x="0" y="1814126"/>
          <a:ext cx="10515600" cy="72429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D3145-C47D-4F5E-B74A-125E192D3AE1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195E2-07B7-4B87-9251-CF477994E90E}">
      <dsp:nvSpPr>
        <dsp:cNvPr id="0" name=""/>
        <dsp:cNvSpPr/>
      </dsp:nvSpPr>
      <dsp:spPr>
        <a:xfrm>
          <a:off x="836555" y="1814126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Model learns discriminative representations without handcrafted features</a:t>
          </a:r>
          <a:endParaRPr lang="en-US" sz="1900" kern="1200"/>
        </a:p>
      </dsp:txBody>
      <dsp:txXfrm>
        <a:off x="836555" y="1814126"/>
        <a:ext cx="9679044" cy="724290"/>
      </dsp:txXfrm>
    </dsp:sp>
    <dsp:sp modelId="{C13E5AAE-0B41-453A-82C3-69FDE33ECFE5}">
      <dsp:nvSpPr>
        <dsp:cNvPr id="0" name=""/>
        <dsp:cNvSpPr/>
      </dsp:nvSpPr>
      <dsp:spPr>
        <a:xfrm>
          <a:off x="0" y="2719489"/>
          <a:ext cx="10515600" cy="72429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7FD27-A891-479C-85EF-31130D79BE84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58592-5070-4A91-89A3-51C8ADDD8991}">
      <dsp:nvSpPr>
        <dsp:cNvPr id="0" name=""/>
        <dsp:cNvSpPr/>
      </dsp:nvSpPr>
      <dsp:spPr>
        <a:xfrm>
          <a:off x="836555" y="2719489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Achieved reliable performance on MODMA dataset</a:t>
          </a:r>
          <a:endParaRPr lang="en-US" sz="1900" kern="1200"/>
        </a:p>
      </dsp:txBody>
      <dsp:txXfrm>
        <a:off x="836555" y="2719489"/>
        <a:ext cx="9679044" cy="724290"/>
      </dsp:txXfrm>
    </dsp:sp>
    <dsp:sp modelId="{FA9D4086-9FA0-4E46-BCD7-8361A870D417}">
      <dsp:nvSpPr>
        <dsp:cNvPr id="0" name=""/>
        <dsp:cNvSpPr/>
      </dsp:nvSpPr>
      <dsp:spPr>
        <a:xfrm>
          <a:off x="0" y="3624853"/>
          <a:ext cx="10515600" cy="72429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A7EBD-9A43-4822-A357-6517C4F95269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15E86-5D91-422A-B9B4-C8125BE8BEF3}">
      <dsp:nvSpPr>
        <dsp:cNvPr id="0" name=""/>
        <dsp:cNvSpPr/>
      </dsp:nvSpPr>
      <dsp:spPr>
        <a:xfrm>
          <a:off x="836555" y="362485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Demonstrates feasibility of automated EEG-based MDD detection</a:t>
          </a:r>
          <a:endParaRPr lang="en-US" sz="1900" kern="1200"/>
        </a:p>
      </dsp:txBody>
      <dsp:txXfrm>
        <a:off x="836555" y="3624853"/>
        <a:ext cx="9679044" cy="72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63A26-AA55-4B72-88D9-96069F24997E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201DF-F948-4EFF-97F7-C8576DC46EC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040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201DF-F948-4EFF-97F7-C8576DC46EC4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26117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201DF-F948-4EFF-97F7-C8576DC46EC4}" type="slidenum">
              <a:rPr lang="en-PK" smtClean="0"/>
              <a:t>34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11285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D984-D190-4EEB-F7C7-51016B2F1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7B4E8-E96A-39CB-AC0F-B03F9CF23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7E3D-6CC0-B73D-52B0-D3BB8C62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6CD65-318C-5124-2EF2-CAEE9B32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311E5-D60A-5CEB-3173-8A5148C5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364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A737-BF7F-49B8-0D2B-61F5D9AE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386F-280C-7F29-239D-78EDCA5E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B9C9-2A03-C4C8-181A-9E63463F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09F7-0EA2-39DA-4D53-8EF508E8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37217-3432-B69C-7DB2-EC87AC5E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36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4FE6-9B1F-4399-99BB-C75C56E1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322E6-3F71-BBA0-AD4D-0220A7015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76707-A182-DB09-1806-899B7511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493B2-38DD-DD2F-5FD9-857BEC83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80F2-4B90-A25D-E79F-CA05A31B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734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D89A-ACDA-4084-3963-7F5FF026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BE0B2-8318-78B9-7820-9F80030D9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4ADBE-0F78-0CC2-64BC-98ADBCB0D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018A8-A058-5D96-FB51-3C4D1E8A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B2F84-CC82-9BCD-A37D-D565350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EC9BA-09FB-B598-962C-2FF29B60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813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D47E-6A07-CFB8-9DD6-416295BF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6364A-E3B6-EE2E-79E1-4D78D59FE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3FF09-F8C1-82F6-30E8-1DC507245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D74B0-CABE-C8C5-72DE-477DA485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A7317-BF9C-686C-6599-B3B76BB56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3290F-2F69-FE80-4196-7D6C13B7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6C5AC-5355-E383-CC9E-FAC10F9C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493682-6E58-1E28-7180-7F1C5D45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6281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0675-8B56-F1F1-A67D-4053B9AE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BB52E-280A-51AE-EFC0-8531C196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C0223-9CAB-C436-8921-DDB32458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AC216-6777-A275-B942-8DB4713B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8541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E3A53-FDC7-9DFA-BFE6-A14952F2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2AD3B-2541-5DA7-AE1E-41843D1D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5D211-AD27-8C14-5A5C-52D27934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962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3207-6F34-5FD6-5782-4BBBEF87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E9747-C663-02E0-36DA-BEED846E8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18076-32C5-D998-539D-B6CB7AA86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5B541-9788-97EA-2E86-A57C1B4F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B00FB-5A91-5640-8B48-6879236F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7FC64-7506-8523-EFD5-08CDD2DE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711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A58E-5C0E-A3A3-9496-8E72428F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A94F4-1957-43D1-CA94-41D06FEDC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7108E-BC67-7C44-7893-781338D74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15E22-6DCA-52D1-0027-E4DB150D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45CC7-D384-41A6-0676-FC62CCE3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D0526-3A7D-CB38-0E31-EE163AA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172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CFF9-FD57-1E07-9537-1E07C45C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3E2C3-7952-8E4C-D46B-BC7182AC2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B1F9-CB78-2F72-E288-0C692A08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6A58C-0D86-475B-147A-F7EE7091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987BD-F868-A8BF-0029-D4EEF555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278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A06D4-B165-939F-535F-FB44BC728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70B38-4115-2770-22FE-C8A3F193F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F5027-5DFC-F472-CA62-D90C7312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34054-6553-E279-C07A-C9EB1257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DDD3-FD5C-0D10-22CE-7B94C9DB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47242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D51CC-A792-5585-0791-10D8967F7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DDFB7-29F3-BBDF-BAC9-4D67213F2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AFF5-7180-EED0-1968-C9F2E00CD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00EE2-F63E-4160-A523-6C389AA99FBA}" type="datetimeFigureOut">
              <a:rPr lang="en-PK" smtClean="0"/>
              <a:t>23/01/2026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4F1F-03C1-0783-266F-736396384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0E56-A20F-CE19-A605-89F954F98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65996-889D-4376-8EB9-CD7DC1F3CE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003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jpeg"/><Relationship Id="rId3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7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4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91D3-1C7C-AF6E-DF3C-4D234FC76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r>
              <a:t>Device-Local Authorization for Secure Execution and Debug in Embedded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266EB-1B24-40B5-45B6-59C970F5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 fontScale="70000" lnSpcReduction="20000"/>
          </a:bodyPr>
          <a:lstStyle/>
          <a:p>
            <a:r>
              <a:t>Master's Thesis Defense</a:t>
            </a:r>
          </a:p>
          <a:p>
            <a:r>
              <a:t>[Your Name]</a:t>
            </a:r>
          </a:p>
          <a:p>
            <a:r>
              <a:t>[Supervisor Name]</a:t>
            </a:r>
          </a:p>
          <a:p>
            <a:r>
              <a:t>[Department / University]</a:t>
            </a:r>
          </a:p>
        </p:txBody>
      </p:sp>
    </p:spTree>
    <p:extLst>
      <p:ext uri="{BB962C8B-B14F-4D97-AF65-F5344CB8AC3E}">
        <p14:creationId xmlns:p14="http://schemas.microsoft.com/office/powerpoint/2010/main" val="302803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F195-99AC-688C-A5BB-33ECDD2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Motivation and problem</a:t>
            </a:r>
          </a:p>
          <a:p>
            <a:pPr/>
            <a:r>
              <a:t>Related work</a:t>
            </a:r>
          </a:p>
          <a:p>
            <a:pPr/>
            <a:r>
              <a:t>Methodology</a:t>
            </a:r>
          </a:p>
          <a:p>
            <a:pPr/>
            <a:r>
              <a:t>Implementation</a:t>
            </a:r>
          </a:p>
          <a:p>
            <a:pPr/>
            <a:r>
              <a:t>Experiments and results</a:t>
            </a:r>
          </a:p>
          <a:p>
            <a:pPr/>
            <a: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62800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E879-95CE-0BAC-1386-79370C03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systems operate in critical and exposed environments</a:t>
            </a:r>
          </a:p>
          <a:p>
            <a:pPr/>
            <a:r>
              <a:t>Physical access enables firmware replacement and invasive debug</a:t>
            </a:r>
          </a:p>
          <a:p>
            <a:pPr/>
            <a:r>
              <a:t>Secure boot protects only the initial image</a:t>
            </a:r>
          </a:p>
          <a:p>
            <a:pPr/>
            <a:r>
              <a:t>Post-boot authorization must be enforced on-device</a:t>
            </a:r>
          </a:p>
        </p:txBody>
      </p:sp>
    </p:spTree>
    <p:extLst>
      <p:ext uri="{BB962C8B-B14F-4D97-AF65-F5344CB8AC3E}">
        <p14:creationId xmlns:p14="http://schemas.microsoft.com/office/powerpoint/2010/main" val="355122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B9DB-1642-2DFF-4F37-EEB638384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3123"/>
            <a:ext cx="3840480" cy="3656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Host toolchain and UART authorization sequence</a:t>
            </a:r>
          </a:p>
          <a:p>
            <a:pPr/>
            <a:r>
              <a:t>Protected NVM and comparator on-device</a:t>
            </a:r>
          </a:p>
          <a:p>
            <a:pPr/>
            <a:r>
              <a:t>FSM gates execution and debug enablement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53123"/>
            <a:ext cx="6888480" cy="384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9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95AC-D8F5-4D97-68BE-B46CFE4C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Post-boot debug/program access can bypass policy</a:t>
            </a:r>
          </a:p>
          <a:p>
            <a:pPr/>
            <a:r>
              <a:t>Key material must not be exposed via normal memory</a:t>
            </a:r>
          </a:p>
          <a:p>
            <a:pPr/>
            <a:r>
              <a:t>Host-side controls are insufficient after reflashing</a:t>
            </a:r>
          </a:p>
        </p:txBody>
      </p:sp>
    </p:spTree>
    <p:extLst>
      <p:ext uri="{BB962C8B-B14F-4D97-AF65-F5344CB8AC3E}">
        <p14:creationId xmlns:p14="http://schemas.microsoft.com/office/powerpoint/2010/main" val="130776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9110-CA1A-FCD5-CF77-89E4BF1B0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t>Key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ISA-level authorization trigger (kc)</a:t>
            </a:r>
          </a:p>
          <a:p>
            <a:pPr/>
            <a:r>
              <a:t>Protected key storage with constant-time comparison</a:t>
            </a:r>
          </a:p>
          <a:p>
            <a:pPr/>
            <a:r>
              <a:t>FSM gating with fail-stop behavior</a:t>
            </a:r>
          </a:p>
          <a:p>
            <a:pPr/>
            <a:r>
              <a:t>Toolchain and host workflow integration</a:t>
            </a:r>
          </a:p>
        </p:txBody>
      </p:sp>
    </p:spTree>
    <p:extLst>
      <p:ext uri="{BB962C8B-B14F-4D97-AF65-F5344CB8AC3E}">
        <p14:creationId xmlns:p14="http://schemas.microsoft.com/office/powerpoint/2010/main" val="416974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3F794D-55A9-1B4D-99C7-C33980BFE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18" y="925309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Related Work</a:t>
            </a:r>
          </a:p>
        </p:txBody>
      </p:sp>
    </p:spTree>
    <p:extLst>
      <p:ext uri="{BB962C8B-B14F-4D97-AF65-F5344CB8AC3E}">
        <p14:creationId xmlns:p14="http://schemas.microsoft.com/office/powerpoint/2010/main" val="38419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812D-C6D9-6053-0408-EF753612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09179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Secure Boot and Boot-Chain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BootROM validates initial firmware image</a:t>
            </a:r>
          </a:p>
          <a:p>
            <a:pPr/>
            <a:r>
              <a:t>Boot-chain protection extends integrity across stages</a:t>
            </a:r>
          </a:p>
          <a:p>
            <a:pPr/>
            <a:r>
              <a:t>Post-boot authorization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186532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BCE8-DF68-F2D0-EA29-F6834C98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Debug Interface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JTAG and test interfaces provide invasive access</a:t>
            </a:r>
          </a:p>
          <a:p>
            <a:pPr/>
            <a:r>
              <a:t>Authenticated debug reduces exposure</a:t>
            </a:r>
          </a:p>
          <a:p>
            <a:pPr/>
            <a:r>
              <a:t>Need execution-bound authorization on-device</a:t>
            </a:r>
          </a:p>
        </p:txBody>
      </p:sp>
    </p:spTree>
    <p:extLst>
      <p:ext uri="{BB962C8B-B14F-4D97-AF65-F5344CB8AC3E}">
        <p14:creationId xmlns:p14="http://schemas.microsoft.com/office/powerpoint/2010/main" val="9085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41B5-BFE3-3C9B-55C6-DB433D43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Trusted Execution and Minimal TCB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TEEs and minimal TCB reduce trusted code</a:t>
            </a:r>
          </a:p>
          <a:p>
            <a:pPr/>
            <a:r>
              <a:t>Isolation does not automatically gate debug</a:t>
            </a:r>
          </a:p>
          <a:p>
            <a:pPr/>
            <a:r>
              <a:t>Authorization complements trusted execution</a:t>
            </a:r>
          </a:p>
        </p:txBody>
      </p:sp>
    </p:spTree>
    <p:extLst>
      <p:ext uri="{BB962C8B-B14F-4D97-AF65-F5344CB8AC3E}">
        <p14:creationId xmlns:p14="http://schemas.microsoft.com/office/powerpoint/2010/main" val="270639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AB5A-DD8B-9521-0998-79DEDFE4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Runtime Attestation and CFI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Attestation provides evidence of runtime integrity</a:t>
            </a:r>
          </a:p>
          <a:p>
            <a:pPr/>
            <a:r>
              <a:t>CFI/LO-FAT report control flow correctness</a:t>
            </a:r>
          </a:p>
          <a:p>
            <a:pPr/>
            <a:r>
              <a:t>Evidence alone does not prevent debug misuse</a:t>
            </a:r>
          </a:p>
        </p:txBody>
      </p:sp>
    </p:spTree>
    <p:extLst>
      <p:ext uri="{BB962C8B-B14F-4D97-AF65-F5344CB8AC3E}">
        <p14:creationId xmlns:p14="http://schemas.microsoft.com/office/powerpoint/2010/main" val="144110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D64D-A663-7A15-385D-7C8BE01E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t>Software-Only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CFI, obfuscation, and ROP defenses add resistance</a:t>
            </a:r>
          </a:p>
          <a:p>
            <a:pPr/>
            <a:r>
              <a:t>Software-only methods can be bypassed by reflashing</a:t>
            </a:r>
          </a:p>
          <a:p>
            <a:pPr/>
            <a:r>
              <a:t>Hardware enforcement is required for strong control</a:t>
            </a:r>
          </a:p>
        </p:txBody>
      </p:sp>
    </p:spTree>
    <p:extLst>
      <p:ext uri="{BB962C8B-B14F-4D97-AF65-F5344CB8AC3E}">
        <p14:creationId xmlns:p14="http://schemas.microsoft.com/office/powerpoint/2010/main" val="131906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84F04-86DB-7CBC-6CF6-92E40D288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465C-2588-19AB-4483-2169FB6A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t>Toolchain and ISA Extensibility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LLVM enables analysis and instrumentation</a:t>
            </a:r>
          </a:p>
          <a:p>
            <a:pPr/>
            <a:r>
              <a:t>RISC-V supports custom instruction extensions</a:t>
            </a:r>
          </a:p>
          <a:p>
            <a:pPr/>
            <a:r>
              <a:t>Toolchain emission enables auditability</a:t>
            </a:r>
          </a:p>
        </p:txBody>
      </p:sp>
    </p:spTree>
    <p:extLst>
      <p:ext uri="{BB962C8B-B14F-4D97-AF65-F5344CB8AC3E}">
        <p14:creationId xmlns:p14="http://schemas.microsoft.com/office/powerpoint/2010/main" val="361124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926B7-12E3-D2DF-74D7-369BAA9E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572" y="210113"/>
            <a:ext cx="5334197" cy="815614"/>
          </a:xfrm>
        </p:spPr>
        <p:txBody>
          <a:bodyPr anchor="ctr">
            <a:normAutofit/>
          </a:bodyPr>
          <a:lstStyle/>
          <a:p>
            <a:r>
              <a:t>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Post-boot authorization not enforced on-device</a:t>
            </a:r>
          </a:p>
          <a:p>
            <a:pPr/>
            <a:r>
              <a:t>Debug gating not tied to execution state</a:t>
            </a:r>
          </a:p>
          <a:p>
            <a:pPr/>
            <a:r>
              <a:t>Need ISA-visible trigger with protected key storage</a:t>
            </a:r>
          </a:p>
        </p:txBody>
      </p:sp>
    </p:spTree>
    <p:extLst>
      <p:ext uri="{BB962C8B-B14F-4D97-AF65-F5344CB8AC3E}">
        <p14:creationId xmlns:p14="http://schemas.microsoft.com/office/powerpoint/2010/main" val="3647859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DF52-1A73-0225-13A0-C55094DE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Define kc and the authorization protocol</a:t>
            </a:r>
          </a:p>
          <a:p>
            <a:pPr/>
            <a:r>
              <a:t>Implement protected key storage and FSM gating</a:t>
            </a:r>
          </a:p>
          <a:p>
            <a:pPr/>
            <a:r>
              <a:t>Integrate into toolchain and host workflow</a:t>
            </a:r>
          </a:p>
          <a:p>
            <a:pPr/>
            <a:r>
              <a:t>Validate end-to-end enforceability</a:t>
            </a:r>
          </a:p>
        </p:txBody>
      </p:sp>
    </p:spTree>
    <p:extLst>
      <p:ext uri="{BB962C8B-B14F-4D97-AF65-F5344CB8AC3E}">
        <p14:creationId xmlns:p14="http://schemas.microsoft.com/office/powerpoint/2010/main" val="259323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E0F41-532A-3D95-7D43-0382E5EF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3300B4-B461-CD61-6E45-63368B27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18" y="1192911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11569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A82C-5097-D0E8-247F-81F5C240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87180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Overall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Host derives key and sends UART sequence</a:t>
            </a:r>
          </a:p>
          <a:p>
            <a:pPr/>
            <a:r>
              <a:t>Device verifies key with constant-time comparator</a:t>
            </a:r>
          </a:p>
          <a:p>
            <a:pPr/>
            <a:r>
              <a:t>FSM releases execution and debug on match</a:t>
            </a:r>
          </a:p>
        </p:txBody>
      </p:sp>
    </p:spTree>
    <p:extLst>
      <p:ext uri="{BB962C8B-B14F-4D97-AF65-F5344CB8AC3E}">
        <p14:creationId xmlns:p14="http://schemas.microsoft.com/office/powerpoint/2010/main" val="353969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4ABC-C152-A6D4-0E3F-BE523FC1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6"/>
            <a:ext cx="10515600" cy="68397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t>Key Derivation and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Key derived from host and device identifiers</a:t>
            </a:r>
          </a:p>
          <a:p>
            <a:pPr/>
            <a:r>
              <a:t>Nonce provides freshness</a:t>
            </a:r>
          </a:p>
          <a:p>
            <a:pPr/>
            <a:r>
              <a:t>Reference stored in protected NVM</a:t>
            </a:r>
          </a:p>
        </p:txBody>
      </p:sp>
    </p:spTree>
    <p:extLst>
      <p:ext uri="{BB962C8B-B14F-4D97-AF65-F5344CB8AC3E}">
        <p14:creationId xmlns:p14="http://schemas.microsoft.com/office/powerpoint/2010/main" val="1856753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C867-50A0-5229-BD99-95C75C17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365" y="122006"/>
            <a:ext cx="8489269" cy="892628"/>
          </a:xfrm>
        </p:spPr>
        <p:txBody>
          <a:bodyPr>
            <a:normAutofit/>
          </a:bodyPr>
          <a:lstStyle/>
          <a:p>
            <a:r>
              <a:t>Protected Key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Not memory-mapped in normal address space</a:t>
            </a:r>
          </a:p>
          <a:p>
            <a:pPr/>
            <a:r>
              <a:t>Accessible only via verification datapath</a:t>
            </a:r>
          </a:p>
          <a:p>
            <a:pPr/>
            <a:r>
              <a:t>Comparator exposes only a match bit</a:t>
            </a:r>
          </a:p>
        </p:txBody>
      </p:sp>
    </p:spTree>
    <p:extLst>
      <p:ext uri="{BB962C8B-B14F-4D97-AF65-F5344CB8AC3E}">
        <p14:creationId xmlns:p14="http://schemas.microsoft.com/office/powerpoint/2010/main" val="2534379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5C54-F34F-03B9-85A3-A2B48AE7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055" y="295658"/>
            <a:ext cx="8562774" cy="9135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Authorization Sequence (UART)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Start, Key-1, Key-2, Key-3, Enable, End</a:t>
            </a:r>
          </a:p>
          <a:p>
            <a:pPr/>
            <a:r>
              <a:t>Strict ordering and delimiter checks</a:t>
            </a:r>
          </a:p>
          <a:p>
            <a:pPr/>
            <a:r>
              <a:t>Any mismatch triggers HALT</a:t>
            </a:r>
          </a:p>
        </p:txBody>
      </p:sp>
    </p:spTree>
    <p:extLst>
      <p:ext uri="{BB962C8B-B14F-4D97-AF65-F5344CB8AC3E}">
        <p14:creationId xmlns:p14="http://schemas.microsoft.com/office/powerpoint/2010/main" val="1211602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007315-B0D1-9707-B2FD-08B32E615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t>Authenticator FSM and 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80160"/>
            <a:ext cx="518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States: LOCKED, VERIFY, AUTHORIZED, HALT</a:t>
            </a:r>
          </a:p>
          <a:p>
            <a:pPr/>
            <a:r>
              <a:t>Reset begins in LOCKED</a:t>
            </a:r>
          </a:p>
          <a:p>
            <a:pPr/>
            <a:r>
              <a:t>VERIFY entered on kc_event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1280160"/>
            <a:ext cx="518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match=1 -&gt; AUTHORIZED</a:t>
            </a:r>
          </a:p>
          <a:p>
            <a:pPr/>
            <a:r>
              <a:t>match=0 -&gt; HALT</a:t>
            </a:r>
          </a:p>
          <a:p>
            <a:pPr/>
            <a:r>
              <a:t>exec_enable/debug_enable only in AUTHORIZED</a:t>
            </a:r>
          </a:p>
        </p:txBody>
      </p:sp>
    </p:spTree>
    <p:extLst>
      <p:ext uri="{BB962C8B-B14F-4D97-AF65-F5344CB8AC3E}">
        <p14:creationId xmlns:p14="http://schemas.microsoft.com/office/powerpoint/2010/main" val="4243836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32EA20-0BAB-A07F-D27F-E199A9C4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t>ISA Extension (kc)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Custom I-type instruction</a:t>
            </a:r>
          </a:p>
          <a:p>
            <a:pPr/>
            <a:r>
              <a:t>Triggers verification datapath</a:t>
            </a:r>
          </a:p>
          <a:p>
            <a:pPr/>
            <a:r>
              <a:t>Binds authorization to execution point</a:t>
            </a:r>
          </a:p>
        </p:txBody>
      </p:sp>
    </p:spTree>
    <p:extLst>
      <p:ext uri="{BB962C8B-B14F-4D97-AF65-F5344CB8AC3E}">
        <p14:creationId xmlns:p14="http://schemas.microsoft.com/office/powerpoint/2010/main" val="3867103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125112-28C2-6645-4B4E-E7BEE0A0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343354"/>
            <a:ext cx="11778343" cy="1325563"/>
          </a:xfrm>
        </p:spPr>
        <p:txBody>
          <a:bodyPr/>
          <a:lstStyle/>
          <a:p>
            <a:r>
              <a:t>Toolchain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Compiler emits kc from C/assembly</a:t>
            </a:r>
          </a:p>
          <a:p>
            <a:pPr/>
            <a:r>
              <a:t>Linker preserves opcode placement</a:t>
            </a:r>
          </a:p>
          <a:p>
            <a:pPr/>
            <a:r>
              <a:t>ELF to HEX keeps instruction</a:t>
            </a:r>
          </a:p>
          <a:p>
            <a:pPr/>
            <a:r>
              <a:t>Disassembly shows kc for audit</a:t>
            </a:r>
          </a:p>
        </p:txBody>
      </p:sp>
    </p:spTree>
    <p:extLst>
      <p:ext uri="{BB962C8B-B14F-4D97-AF65-F5344CB8AC3E}">
        <p14:creationId xmlns:p14="http://schemas.microsoft.com/office/powerpoint/2010/main" val="139043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51F7-5812-FA0F-6348-F052EACF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Authorization Dataflow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Provision key in protected NVM</a:t>
            </a:r>
          </a:p>
          <a:p>
            <a:pPr/>
            <a:r>
              <a:t>Host sends UART sequence</a:t>
            </a:r>
          </a:p>
          <a:p>
            <a:pPr/>
            <a:r>
              <a:t>Comparator validates fragments</a:t>
            </a:r>
          </a:p>
          <a:p>
            <a:pPr/>
            <a:r>
              <a:t>FSM releases gates on match</a:t>
            </a:r>
          </a:p>
        </p:txBody>
      </p:sp>
    </p:spTree>
    <p:extLst>
      <p:ext uri="{BB962C8B-B14F-4D97-AF65-F5344CB8AC3E}">
        <p14:creationId xmlns:p14="http://schemas.microsoft.com/office/powerpoint/2010/main" val="3579751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502FD-7491-B862-21D6-60A6606A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D709C4-F202-AE6C-2AB2-DD9C19EF3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18" y="1103718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Experiments and Results</a:t>
            </a:r>
          </a:p>
        </p:txBody>
      </p:sp>
    </p:spTree>
    <p:extLst>
      <p:ext uri="{BB962C8B-B14F-4D97-AF65-F5344CB8AC3E}">
        <p14:creationId xmlns:p14="http://schemas.microsoft.com/office/powerpoint/2010/main" val="836118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5297-B927-C457-4BF9-C70B5EF6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Functional validation over benchmarks</a:t>
            </a:r>
          </a:p>
          <a:p>
            <a:pPr/>
            <a:r>
              <a:t>Verify kc preserved in build artifacts</a:t>
            </a:r>
          </a:p>
          <a:p>
            <a:pPr/>
            <a:r>
              <a:t>Verify gating and fail-stop behavior</a:t>
            </a:r>
          </a:p>
        </p:txBody>
      </p:sp>
    </p:spTree>
    <p:extLst>
      <p:ext uri="{BB962C8B-B14F-4D97-AF65-F5344CB8AC3E}">
        <p14:creationId xmlns:p14="http://schemas.microsoft.com/office/powerpoint/2010/main" val="2067068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43E1-6E4B-326F-B89D-742A2748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Experimental Setup and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Customized toolchain and host application</a:t>
            </a:r>
          </a:p>
          <a:p>
            <a:pPr/>
            <a:r>
              <a:t>Device with protected NVM and FSM</a:t>
            </a:r>
          </a:p>
          <a:p>
            <a:pPr/>
            <a:r>
              <a:t>Evidence from logs and screenshots</a:t>
            </a:r>
          </a:p>
        </p:txBody>
      </p:sp>
    </p:spTree>
    <p:extLst>
      <p:ext uri="{BB962C8B-B14F-4D97-AF65-F5344CB8AC3E}">
        <p14:creationId xmlns:p14="http://schemas.microsoft.com/office/powerpoint/2010/main" val="3657702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3A2D-FCF6-B362-660F-4DD04BA8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t>Toolchain Validation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9474"/>
            <a:ext cx="11094720" cy="66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95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49AD73-C1E0-F5F7-50C1-8DB9840D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Authorization Evidence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3568"/>
            <a:ext cx="5501640" cy="33195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60" y="1873568"/>
            <a:ext cx="5501640" cy="333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02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178D-DFD7-A798-42F2-04EECF8C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t>Firmware Inspection and Fail-Stop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3568"/>
            <a:ext cx="5501640" cy="33217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1873568"/>
            <a:ext cx="5501640" cy="234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92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1E57-71CC-9468-ECFB-F2791B56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t>Programming Workflow Evidence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9474"/>
            <a:ext cx="5501640" cy="3601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0" y="1409474"/>
            <a:ext cx="5501640" cy="250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02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61FBE-A55F-845B-F2F6-6D55D8700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13BF7D-BFF5-60BD-8143-123F5774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876" y="1285946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18355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FC7E-BB17-26BE-8818-FF44B64D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Device-local authorization closes the post-boot gap</a:t>
            </a:r>
          </a:p>
          <a:p>
            <a:pPr/>
            <a:r>
              <a:t>Minimal ISA extension and protected storage are practical</a:t>
            </a:r>
          </a:p>
          <a:p>
            <a:pPr/>
            <a:r>
              <a:t>Toolchain integration enables auditability</a:t>
            </a:r>
          </a:p>
        </p:txBody>
      </p:sp>
    </p:spTree>
    <p:extLst>
      <p:ext uri="{BB962C8B-B14F-4D97-AF65-F5344CB8AC3E}">
        <p14:creationId xmlns:p14="http://schemas.microsoft.com/office/powerpoint/2010/main" val="2108621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65E1-1329-2615-FA6A-5ABC33F9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925635"/>
          </a:xfrm>
        </p:spPr>
        <p:txBody>
          <a:bodyPr anchor="b">
            <a:normAutofit/>
          </a:bodyPr>
          <a:lstStyle/>
          <a:p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Measure area, power, and latency overheads</a:t>
            </a:r>
          </a:p>
          <a:p>
            <a:pPr/>
            <a:r>
              <a:t>Key rotation and revocation policies</a:t>
            </a:r>
          </a:p>
          <a:p>
            <a:pPr/>
            <a:r>
              <a:t>Fault and side-channel evaluation</a:t>
            </a:r>
          </a:p>
          <a:p>
            <a:pPr/>
            <a:r>
              <a:t>Formal verification of FSM and toolchain tests</a:t>
            </a:r>
          </a:p>
        </p:txBody>
      </p:sp>
    </p:spTree>
    <p:extLst>
      <p:ext uri="{BB962C8B-B14F-4D97-AF65-F5344CB8AC3E}">
        <p14:creationId xmlns:p14="http://schemas.microsoft.com/office/powerpoint/2010/main" val="2814971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59CF-060A-F258-3D22-258D3EF2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IEEE Std 1149.1 (JTAG)</a:t>
            </a:r>
          </a:p>
          <a:p>
            <a:pPr/>
            <a:r>
              <a:t>BootROM secure boot design (Bin et al., 2020)</a:t>
            </a:r>
          </a:p>
          <a:p>
            <a:pPr/>
            <a:r>
              <a:t>JTAG authentication IP (Lapeyre et al., 2022)</a:t>
            </a:r>
          </a:p>
          <a:p>
            <a:pPr/>
            <a:r>
              <a:t>RISC-V ISA Manual (Waterman et al., 2014)</a:t>
            </a:r>
          </a:p>
          <a:p>
            <a:pPr/>
            <a:r>
              <a:t>C-FLAT control-flow attestation (Abera et al., 2016)</a:t>
            </a:r>
          </a:p>
        </p:txBody>
      </p:sp>
    </p:spTree>
    <p:extLst>
      <p:ext uri="{BB962C8B-B14F-4D97-AF65-F5344CB8AC3E}">
        <p14:creationId xmlns:p14="http://schemas.microsoft.com/office/powerpoint/2010/main" val="792692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7CAF0-612A-52D8-5DFD-DCDD4212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18" y="1211518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363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4249</TotalTime>
  <Words>1661</Words>
  <Application>Microsoft Office PowerPoint</Application>
  <PresentationFormat>Widescreen</PresentationFormat>
  <Paragraphs>289</Paragraphs>
  <Slides>36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Times New Roman</vt:lpstr>
      <vt:lpstr>Office Theme</vt:lpstr>
      <vt:lpstr>EEG-Based Modeling of Affective States and Depression Severity</vt:lpstr>
      <vt:lpstr>Outline</vt:lpstr>
      <vt:lpstr>Introduction</vt:lpstr>
      <vt:lpstr>Why EEG based depression detection?</vt:lpstr>
      <vt:lpstr>Problem Statement</vt:lpstr>
      <vt:lpstr>Problem Statement</vt:lpstr>
      <vt:lpstr>Literature Review</vt:lpstr>
      <vt:lpstr>Paper-01: STGE-Former: Spatial-temporal graph-enhanced transformer for EEG-based major depressive disorder detection</vt:lpstr>
      <vt:lpstr>Paper-02: LightK-DSGCN: Depression detection in EEGs with lightweight Kalman filter-aided dual-stream graph convolutional networks </vt:lpstr>
      <vt:lpstr>Paper-03: Automatic feature learning model combining functional connectivity network and graph regularization for depression detection</vt:lpstr>
      <vt:lpstr>Paper-04: A major depressive disorder classification framework based on EEG signals using statistical, spectral, wavelet, functional connectivity, and nonlinear analysis</vt:lpstr>
      <vt:lpstr>Literature Review </vt:lpstr>
      <vt:lpstr>Literature Review</vt:lpstr>
      <vt:lpstr>Research Gap</vt:lpstr>
      <vt:lpstr>Research Objectives</vt:lpstr>
      <vt:lpstr>Methodology</vt:lpstr>
      <vt:lpstr>Overall Framework</vt:lpstr>
      <vt:lpstr>Dataset Description</vt:lpstr>
      <vt:lpstr>Channel Selection Strategy</vt:lpstr>
      <vt:lpstr>EEG Segmentation (Windowing)</vt:lpstr>
      <vt:lpstr>Functional Connectivity Estimation and Graph Construction</vt:lpstr>
      <vt:lpstr>Graph-based Deep Learning Model</vt:lpstr>
      <vt:lpstr>Graph-based Deep Learning Model Architecture</vt:lpstr>
      <vt:lpstr>Graph-Biased Multi-head Attention Mechanism</vt:lpstr>
      <vt:lpstr>Experiments and Results</vt:lpstr>
      <vt:lpstr>Classification and Evaluation Strategy</vt:lpstr>
      <vt:lpstr>Experimental Setup and Details</vt:lpstr>
      <vt:lpstr>5-fold cross validation results</vt:lpstr>
      <vt:lpstr>Training and Validation Performance</vt:lpstr>
      <vt:lpstr>Confusion Matrix</vt:lpstr>
      <vt:lpstr>Comparison with existing methods</vt:lpstr>
      <vt:lpstr>Conclusion</vt:lpstr>
      <vt:lpstr>Conclusion</vt:lpstr>
      <vt:lpstr>Future Work</vt:lpstr>
      <vt:lpstr>References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KASHAF RAHEEM</dc:creator>
  <cp:lastModifiedBy>KASHAF RAHEEM</cp:lastModifiedBy>
  <cp:revision>131</cp:revision>
  <dcterms:created xsi:type="dcterms:W3CDTF">2026-01-17T06:46:47Z</dcterms:created>
  <dcterms:modified xsi:type="dcterms:W3CDTF">2026-01-25T05:55:30Z</dcterms:modified>
</cp:coreProperties>
</file>